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4" r:id="rId1"/>
  </p:sldMasterIdLst>
  <p:notesMasterIdLst>
    <p:notesMasterId r:id="rId30"/>
  </p:notesMasterIdLst>
  <p:handoutMasterIdLst>
    <p:handoutMasterId r:id="rId31"/>
  </p:handoutMasterIdLst>
  <p:sldIdLst>
    <p:sldId id="383" r:id="rId2"/>
    <p:sldId id="357" r:id="rId3"/>
    <p:sldId id="359" r:id="rId4"/>
    <p:sldId id="321" r:id="rId5"/>
    <p:sldId id="374" r:id="rId6"/>
    <p:sldId id="286" r:id="rId7"/>
    <p:sldId id="363" r:id="rId8"/>
    <p:sldId id="365" r:id="rId9"/>
    <p:sldId id="366" r:id="rId10"/>
    <p:sldId id="375" r:id="rId11"/>
    <p:sldId id="361" r:id="rId12"/>
    <p:sldId id="367" r:id="rId13"/>
    <p:sldId id="368" r:id="rId14"/>
    <p:sldId id="362" r:id="rId15"/>
    <p:sldId id="376" r:id="rId16"/>
    <p:sldId id="370" r:id="rId17"/>
    <p:sldId id="371" r:id="rId18"/>
    <p:sldId id="372" r:id="rId19"/>
    <p:sldId id="373" r:id="rId20"/>
    <p:sldId id="316" r:id="rId21"/>
    <p:sldId id="282" r:id="rId22"/>
    <p:sldId id="377" r:id="rId23"/>
    <p:sldId id="378" r:id="rId24"/>
    <p:sldId id="385" r:id="rId25"/>
    <p:sldId id="386" r:id="rId26"/>
    <p:sldId id="379" r:id="rId27"/>
    <p:sldId id="380" r:id="rId28"/>
    <p:sldId id="382" r:id="rId2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70C0"/>
    <a:srgbClr val="005522"/>
    <a:srgbClr val="3A644B"/>
    <a:srgbClr val="525252"/>
    <a:srgbClr val="00A944"/>
    <a:srgbClr val="FF0089"/>
    <a:srgbClr val="201E21"/>
    <a:srgbClr val="1D8B35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247" autoAdjust="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o Araujo" userId="752af794b4f85fcd" providerId="LiveId" clId="{6D24FAE8-C4A8-49C4-A4B7-74B898226365}"/>
    <pc:docChg chg="undo custSel addSld delSld modSld sldOrd modMainMaster modNotesMaster">
      <pc:chgData name="Rodrigo Araujo" userId="752af794b4f85fcd" providerId="LiveId" clId="{6D24FAE8-C4A8-49C4-A4B7-74B898226365}" dt="2025-08-04T01:16:14.984" v="2259" actId="729"/>
      <pc:docMkLst>
        <pc:docMk/>
      </pc:docMkLst>
      <pc:sldChg chg="addSp delSp modSp del mod">
        <pc:chgData name="Rodrigo Araujo" userId="752af794b4f85fcd" providerId="LiveId" clId="{6D24FAE8-C4A8-49C4-A4B7-74B898226365}" dt="2025-08-02T18:54:29.031" v="250" actId="2696"/>
        <pc:sldMkLst>
          <pc:docMk/>
          <pc:sldMk cId="4109054817" sldId="256"/>
        </pc:sldMkLst>
        <pc:spChg chg="del mod">
          <ac:chgData name="Rodrigo Araujo" userId="752af794b4f85fcd" providerId="LiveId" clId="{6D24FAE8-C4A8-49C4-A4B7-74B898226365}" dt="2025-08-02T18:26:37.964" v="173" actId="478"/>
          <ac:spMkLst>
            <pc:docMk/>
            <pc:sldMk cId="4109054817" sldId="256"/>
            <ac:spMk id="2" creationId="{E8BB5373-6F61-5DA7-E78B-6AA3BDEB956E}"/>
          </ac:spMkLst>
        </pc:spChg>
        <pc:spChg chg="mod">
          <ac:chgData name="Rodrigo Araujo" userId="752af794b4f85fcd" providerId="LiveId" clId="{6D24FAE8-C4A8-49C4-A4B7-74B898226365}" dt="2025-08-02T18:35:43.286" v="183" actId="1076"/>
          <ac:spMkLst>
            <pc:docMk/>
            <pc:sldMk cId="4109054817" sldId="256"/>
            <ac:spMk id="4" creationId="{5DE49923-5DAF-48EB-BE56-5A3A1746FC23}"/>
          </ac:spMkLst>
        </pc:spChg>
        <pc:spChg chg="mod">
          <ac:chgData name="Rodrigo Araujo" userId="752af794b4f85fcd" providerId="LiveId" clId="{6D24FAE8-C4A8-49C4-A4B7-74B898226365}" dt="2025-08-02T18:35:55.601" v="184" actId="1076"/>
          <ac:spMkLst>
            <pc:docMk/>
            <pc:sldMk cId="4109054817" sldId="256"/>
            <ac:spMk id="6" creationId="{E70B2EC9-DE97-F8D2-576A-444545C07C3F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109054817" sldId="256"/>
            <ac:spMk id="7" creationId="{BE27D45E-5EDF-4BBA-9229-A197F695BD0A}"/>
          </ac:spMkLst>
        </pc:spChg>
        <pc:spChg chg="add del mod">
          <ac:chgData name="Rodrigo Araujo" userId="752af794b4f85fcd" providerId="LiveId" clId="{6D24FAE8-C4A8-49C4-A4B7-74B898226365}" dt="2025-08-02T18:26:42.674" v="174" actId="478"/>
          <ac:spMkLst>
            <pc:docMk/>
            <pc:sldMk cId="4109054817" sldId="256"/>
            <ac:spMk id="8" creationId="{7991E1A8-9F73-4A82-8769-D5C06A02D2DA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109054817" sldId="256"/>
            <ac:spMk id="9" creationId="{D4EFD07C-0DF2-4A99-B755-4E53855E844B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109054817" sldId="256"/>
            <ac:spMk id="10" creationId="{35C3DB0D-3AAF-4D93-9427-36668A201EA0}"/>
          </ac:spMkLst>
        </pc:spChg>
        <pc:picChg chg="del mod">
          <ac:chgData name="Rodrigo Araujo" userId="752af794b4f85fcd" providerId="LiveId" clId="{6D24FAE8-C4A8-49C4-A4B7-74B898226365}" dt="2025-08-02T18:02:06.328" v="172" actId="478"/>
          <ac:picMkLst>
            <pc:docMk/>
            <pc:sldMk cId="4109054817" sldId="256"/>
            <ac:picMk id="5" creationId="{074E3852-A84A-7798-1C7B-82BEB5A75834}"/>
          </ac:picMkLst>
        </pc:picChg>
        <pc:picChg chg="add mod">
          <ac:chgData name="Rodrigo Araujo" userId="752af794b4f85fcd" providerId="LiveId" clId="{6D24FAE8-C4A8-49C4-A4B7-74B898226365}" dt="2025-08-02T18:35:55.601" v="184" actId="1076"/>
          <ac:picMkLst>
            <pc:docMk/>
            <pc:sldMk cId="4109054817" sldId="256"/>
            <ac:picMk id="12" creationId="{5736ED81-F1E5-40FA-B0B8-B3479E5FDB1E}"/>
          </ac:picMkLst>
        </pc:picChg>
      </pc:sldChg>
      <pc:sldChg chg="modSp add del mod ord modShow">
        <pc:chgData name="Rodrigo Araujo" userId="752af794b4f85fcd" providerId="LiveId" clId="{6D24FAE8-C4A8-49C4-A4B7-74B898226365}" dt="2025-08-04T01:16:03.475" v="2257" actId="47"/>
        <pc:sldMkLst>
          <pc:docMk/>
          <pc:sldMk cId="0" sldId="257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2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4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5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6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7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8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9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10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11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12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13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14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15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16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17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19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20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21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22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24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25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26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27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29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30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31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32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42" creationId="{533A9FA2-9BBA-4406-9E9F-45CB5F062636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43" creationId="{0AB7BC3F-036B-4617-BD5A-EC2CF69DB0F5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44" creationId="{D5966C4B-A10B-4846-864D-6A4B3C3C2858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45" creationId="{33790977-128B-4BA0-8AFE-F14918FEED46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46" creationId="{D94D1371-E1E7-448A-9363-78B81597C882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47" creationId="{80ABEA9D-37B0-4A5E-BDF8-F24737BD6939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48" creationId="{C7213325-43B3-4BD4-940B-E9EB7E967C51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49" creationId="{0CC0192F-1D59-44FE-A5A2-EAB056BF9FBC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50" creationId="{25459488-EC9A-49F9-8357-1CCB44172061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51" creationId="{BEDF068D-D78B-4985-AB0D-4110E8FAA4D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52" creationId="{E8CEBCD1-C8A1-42C9-9EBA-3220DE14B3C6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53" creationId="{0D285145-0144-4B0E-AD9E-102806F14F3F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54" creationId="{C96313F0-F7BF-4E46-AD11-D40904D83DF7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56" creationId="{31493FCA-B025-45BC-84D0-934EFEC3C434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57" creationId="{FDFBEF76-42A8-4F61-BFB2-C5E24A456E62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58" creationId="{BF989CAB-144C-406B-B5D8-8C1A02D8BCBE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59" creationId="{986BB698-BA24-4C33-9D05-B37782593986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61" creationId="{D09506DB-7E3C-4818-85FD-F21E009F299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62" creationId="{2EA62F9C-6204-4C60-880D-467876D65B82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63" creationId="{75D3A37B-059E-45EF-A165-B4004D62453F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64" creationId="{2815062A-E251-4EEF-8A53-6B083774FC5C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66" creationId="{B23C7CA6-50D4-45B8-B4DD-C66E01E369B5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67" creationId="{40395558-A429-4E00-81C2-31AEDED0694B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68" creationId="{B5DE132C-2389-4CEA-ACE0-7E5D77BF35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0" sldId="257"/>
            <ac:spMk id="69" creationId="{4ACA815E-8E5B-4AFD-91EA-DA966F7FBD87}"/>
          </ac:spMkLst>
        </pc:spChg>
        <pc:grpChg chg="mod">
          <ac:chgData name="Rodrigo Araujo" userId="752af794b4f85fcd" providerId="LiveId" clId="{6D24FAE8-C4A8-49C4-A4B7-74B898226365}" dt="2025-08-02T02:15:21.120" v="32"/>
          <ac:grpSpMkLst>
            <pc:docMk/>
            <pc:sldMk cId="0" sldId="257"/>
            <ac:grpSpMk id="18" creationId="{00000000-0000-0000-0000-000000000000}"/>
          </ac:grpSpMkLst>
        </pc:grpChg>
        <pc:grpChg chg="mod">
          <ac:chgData name="Rodrigo Araujo" userId="752af794b4f85fcd" providerId="LiveId" clId="{6D24FAE8-C4A8-49C4-A4B7-74B898226365}" dt="2025-08-02T02:15:21.120" v="32"/>
          <ac:grpSpMkLst>
            <pc:docMk/>
            <pc:sldMk cId="0" sldId="257"/>
            <ac:grpSpMk id="23" creationId="{00000000-0000-0000-0000-000000000000}"/>
          </ac:grpSpMkLst>
        </pc:grpChg>
        <pc:grpChg chg="mod">
          <ac:chgData name="Rodrigo Araujo" userId="752af794b4f85fcd" providerId="LiveId" clId="{6D24FAE8-C4A8-49C4-A4B7-74B898226365}" dt="2025-08-02T02:15:21.120" v="32"/>
          <ac:grpSpMkLst>
            <pc:docMk/>
            <pc:sldMk cId="0" sldId="257"/>
            <ac:grpSpMk id="28" creationId="{00000000-0000-0000-0000-000000000000}"/>
          </ac:grpSpMkLst>
        </pc:grpChg>
        <pc:grpChg chg="mod">
          <ac:chgData name="Rodrigo Araujo" userId="752af794b4f85fcd" providerId="LiveId" clId="{6D24FAE8-C4A8-49C4-A4B7-74B898226365}" dt="2025-08-02T02:15:21.120" v="32"/>
          <ac:grpSpMkLst>
            <pc:docMk/>
            <pc:sldMk cId="0" sldId="257"/>
            <ac:grpSpMk id="55" creationId="{A9E5E79C-BA54-43E7-9FC9-CD327C6F988E}"/>
          </ac:grpSpMkLst>
        </pc:grpChg>
        <pc:grpChg chg="mod">
          <ac:chgData name="Rodrigo Araujo" userId="752af794b4f85fcd" providerId="LiveId" clId="{6D24FAE8-C4A8-49C4-A4B7-74B898226365}" dt="2025-08-02T02:15:21.120" v="32"/>
          <ac:grpSpMkLst>
            <pc:docMk/>
            <pc:sldMk cId="0" sldId="257"/>
            <ac:grpSpMk id="60" creationId="{16C08F45-052C-4D3A-BDDD-02A13A076540}"/>
          </ac:grpSpMkLst>
        </pc:grpChg>
        <pc:grpChg chg="mod">
          <ac:chgData name="Rodrigo Araujo" userId="752af794b4f85fcd" providerId="LiveId" clId="{6D24FAE8-C4A8-49C4-A4B7-74B898226365}" dt="2025-08-02T02:15:21.120" v="32"/>
          <ac:grpSpMkLst>
            <pc:docMk/>
            <pc:sldMk cId="0" sldId="257"/>
            <ac:grpSpMk id="65" creationId="{42F7CCB7-1628-4799-B453-7BB8D8A43210}"/>
          </ac:grpSpMkLst>
        </pc:grpChg>
        <pc:grpChg chg="mod">
          <ac:chgData name="Rodrigo Araujo" userId="752af794b4f85fcd" providerId="LiveId" clId="{6D24FAE8-C4A8-49C4-A4B7-74B898226365}" dt="2025-08-02T02:15:21.120" v="32"/>
          <ac:grpSpMkLst>
            <pc:docMk/>
            <pc:sldMk cId="0" sldId="257"/>
            <ac:grpSpMk id="77" creationId="{0C555164-5836-4ECB-B8E6-4D47BF5FCD1E}"/>
          </ac:grpSpMkLst>
        </pc:grp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0" sldId="257"/>
            <ac:cxnSpMk id="41" creationId="{7B218EDD-55D8-482B-A501-27D6CB9D6AD5}"/>
          </ac:cxnSpMkLst>
        </pc:cxnChg>
      </pc:sldChg>
      <pc:sldChg chg="addSp delSp modSp del mod chgLayout modNotes">
        <pc:chgData name="Rodrigo Araujo" userId="752af794b4f85fcd" providerId="LiveId" clId="{6D24FAE8-C4A8-49C4-A4B7-74B898226365}" dt="2025-08-04T01:16:03.475" v="2257" actId="47"/>
        <pc:sldMkLst>
          <pc:docMk/>
          <pc:sldMk cId="3922996125" sldId="260"/>
        </pc:sldMkLst>
        <pc:spChg chg="add del mod">
          <ac:chgData name="Rodrigo Araujo" userId="752af794b4f85fcd" providerId="LiveId" clId="{6D24FAE8-C4A8-49C4-A4B7-74B898226365}" dt="2025-08-02T02:14:10.383" v="29" actId="6264"/>
          <ac:spMkLst>
            <pc:docMk/>
            <pc:sldMk cId="3922996125" sldId="260"/>
            <ac:spMk id="2" creationId="{BEC4A14B-0545-475C-8552-60BD5226F97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922996125" sldId="260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922996125" sldId="260"/>
            <ac:spMk id="4" creationId="{A807CE6B-CE9E-FEBC-9C56-43169BE92B08}"/>
          </ac:spMkLst>
        </pc:spChg>
        <pc:spChg chg="add del mod ord">
          <ac:chgData name="Rodrigo Araujo" userId="752af794b4f85fcd" providerId="LiveId" clId="{6D24FAE8-C4A8-49C4-A4B7-74B898226365}" dt="2025-08-02T02:14:10.383" v="29" actId="6264"/>
          <ac:spMkLst>
            <pc:docMk/>
            <pc:sldMk cId="3922996125" sldId="260"/>
            <ac:spMk id="6" creationId="{3092E87D-BBD7-474E-B0CE-6695B3067AED}"/>
          </ac:spMkLst>
        </pc:spChg>
        <pc:spChg chg="add del mod">
          <ac:chgData name="Rodrigo Araujo" userId="752af794b4f85fcd" providerId="LiveId" clId="{6D24FAE8-C4A8-49C4-A4B7-74B898226365}" dt="2025-08-02T02:14:08.885" v="28" actId="6264"/>
          <ac:spMkLst>
            <pc:docMk/>
            <pc:sldMk cId="3922996125" sldId="260"/>
            <ac:spMk id="7" creationId="{C233D0CC-D203-4259-976A-4F6923411231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922996125" sldId="260"/>
            <ac:spMk id="8" creationId="{9F5D5DE0-4B90-4094-B31C-A39192759037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922996125" sldId="260"/>
            <ac:spMk id="13" creationId="{F675AA28-DA4C-4608-8428-4D151ADBE6A5}"/>
          </ac:spMkLst>
        </pc:spChg>
        <pc:spChg chg="add del mod ord">
          <ac:chgData name="Rodrigo Araujo" userId="752af794b4f85fcd" providerId="LiveId" clId="{6D24FAE8-C4A8-49C4-A4B7-74B898226365}" dt="2025-08-02T02:14:08.885" v="28" actId="6264"/>
          <ac:spMkLst>
            <pc:docMk/>
            <pc:sldMk cId="3922996125" sldId="260"/>
            <ac:spMk id="14" creationId="{75B18522-CD37-4687-A5B5-A78FAFD1A391}"/>
          </ac:spMkLst>
        </pc:spChg>
        <pc:grpChg chg="mod">
          <ac:chgData name="Rodrigo Araujo" userId="752af794b4f85fcd" providerId="LiveId" clId="{6D24FAE8-C4A8-49C4-A4B7-74B898226365}" dt="2025-08-02T02:15:21.120" v="32"/>
          <ac:grpSpMkLst>
            <pc:docMk/>
            <pc:sldMk cId="3922996125" sldId="260"/>
            <ac:grpSpMk id="11" creationId="{2B0E004E-1204-4116-8667-A570C17FF519}"/>
          </ac:grpSpMkLst>
        </pc:grpChg>
        <pc:picChg chg="mod ord">
          <ac:chgData name="Rodrigo Araujo" userId="752af794b4f85fcd" providerId="LiveId" clId="{6D24FAE8-C4A8-49C4-A4B7-74B898226365}" dt="2025-08-02T02:15:21.120" v="32"/>
          <ac:picMkLst>
            <pc:docMk/>
            <pc:sldMk cId="3922996125" sldId="260"/>
            <ac:picMk id="5" creationId="{422BFB86-F862-ACCB-BB10-DC1620A4C36F}"/>
          </ac:picMkLst>
        </pc:pic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3922996125" sldId="260"/>
            <ac:picMk id="1028" creationId="{2FA1AFAB-AFAA-FF57-0830-728100C8CF05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922996125" sldId="260"/>
            <ac:cxnSpMk id="9" creationId="{32F4ABF0-3BD1-4B86-AEB9-DBCFD1E94A0B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922996125" sldId="260"/>
            <ac:cxnSpMk id="10" creationId="{92BFB6F0-9A49-4CA5-BB4B-68204A5D6C46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922996125" sldId="260"/>
            <ac:cxnSpMk id="12" creationId="{7229B305-A385-4BA4-A695-34E3ACE85DEB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3762965008" sldId="261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2" creationId="{07EF3321-2BA9-4A2C-A561-0FC45AC4536D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4" creationId="{A807CE6B-CE9E-FEBC-9C56-43169BE92B08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7" creationId="{30C1E38F-EFC8-4318-AA63-C40F0C577D8F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8" creationId="{7437B345-E80A-4F80-855B-620FD8338C86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9" creationId="{6638964B-EFEE-4E62-A9E3-48D8CAC4BDF2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10" creationId="{557C2FCD-DBDD-45C6-8CEC-AA94CBD6EB2E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24" creationId="{7083DC4F-1A32-4A54-A1C0-0F1A0879F447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25" creationId="{7E58C547-7659-4E59-B598-EDE03FAD3557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26" creationId="{A7D8E292-BD58-4EF6-A4C4-96EACCCE553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27" creationId="{D9294467-AC4A-49B3-A0DD-F047D38356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28" creationId="{362CDDF9-5C86-4EE6-9715-D50432DAD091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29" creationId="{5382873F-5F18-4088-AA37-BEE8DCC38BA4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31" creationId="{6623289F-F3B9-4F99-BB79-CB7B2F4151AC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32" creationId="{E05584BD-2E09-45EA-91F0-5F7BED7D51ED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34" creationId="{8C057636-2831-492B-BD3B-DDE65EA4E9DB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35" creationId="{76DE679E-6C4B-42B7-BACF-FFF073E6B3AC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36" creationId="{0ACF64CF-91B7-4C7F-9994-94ADE6965957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37" creationId="{903082D8-F26D-4029-815A-58A68894E6C4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38" creationId="{A97A97B2-2F97-4B14-99E9-133AC28CC0F1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39" creationId="{2AF4F34B-E95D-4C7A-9B27-4DCDFA27A549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40" creationId="{0FE67E70-BD57-44FC-9855-FB58ED2CC52E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41" creationId="{AB9E21EE-9E60-4BCB-89BA-C7461AEE8E0E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42" creationId="{8139C6DF-3088-4534-A490-8B12F9899F04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43" creationId="{31675759-B2F4-4231-9245-A7B5182AE519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48" creationId="{37FCD39F-A6BF-4290-8D7F-FF28149BF46F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49" creationId="{37284E34-CBED-4A63-B09B-37FA89D90874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50" creationId="{EFBC4F57-C053-471A-AD92-0AAF2C20506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51" creationId="{57C42EA3-1280-435D-AF6D-8D51FDB949E5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52" creationId="{E60D7B18-2335-46A1-95C8-56B2BDE7D122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53" creationId="{D18D1855-2C96-4BCE-AC14-14AF7D188375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54" creationId="{FA13721B-AA37-41C6-8C9E-A93757EA12A5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55" creationId="{AC3AA031-1ADE-4E10-8EEB-D4BEC2DCAD49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56" creationId="{694E40C0-C5F9-4C83-906A-ACAE7D2E3334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57" creationId="{135B023E-C299-44AE-8DE4-B5843FA1E401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58" creationId="{9728654E-8336-46F3-A81E-A8263754343B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59" creationId="{285CAF15-6C28-4B34-97DC-7C9FB02F8D7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60" creationId="{8B691E26-8E0D-44D1-BC66-4B4F8DEB1BF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61" creationId="{8B22F6E4-8F99-486B-9036-2D6F4C92980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62" creationId="{092B3DD7-C1BE-4B4D-98C5-F8AF6781A50E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63" creationId="{EA19DB2E-6AE2-4893-BBF6-E6C3EC365195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64" creationId="{6F08A520-F050-463D-B230-0F41DB1EAC41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66" creationId="{728C1963-A552-4727-9730-4AC800FEA775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67" creationId="{8D904C7B-2873-4CFE-BD8B-02060FCE2F14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68" creationId="{745A88FB-FE97-4DEC-B6D5-8062BEA5754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69" creationId="{9DED9C59-9081-4001-9812-67C52EC789CE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70" creationId="{AA8A440A-F7BC-4677-B42B-28B69EE4C8DA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71" creationId="{D0849FF3-246F-4E63-AA09-7C0EB8CA9AB6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72" creationId="{02B2BA37-56A6-4B76-8DF9-9DC6FFD3F784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73" creationId="{AA90C5B9-3CF2-47DB-B4FC-61867AFF1D76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74" creationId="{1027AF87-8047-452F-A392-E1CD3014842B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75" creationId="{C86CBECE-DB46-407C-B07B-17813866C379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79" creationId="{B5BE433F-A6F5-4841-A954-8EE96AFE4E22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80" creationId="{3DE224D7-379D-43F4-B452-F2F7BB1D5D7F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62965008" sldId="261"/>
            <ac:spMk id="83" creationId="{A2137853-09CA-4DC4-9109-9B4541D89519}"/>
          </ac:spMkLst>
        </pc:spChg>
        <pc:grpChg chg="mod">
          <ac:chgData name="Rodrigo Araujo" userId="752af794b4f85fcd" providerId="LiveId" clId="{6D24FAE8-C4A8-49C4-A4B7-74B898226365}" dt="2025-08-02T02:15:21.120" v="32"/>
          <ac:grpSpMkLst>
            <pc:docMk/>
            <pc:sldMk cId="3762965008" sldId="261"/>
            <ac:grpSpMk id="23" creationId="{5208D43E-12AF-4E0B-B8F9-9E8A7317429B}"/>
          </ac:grpSpMkLst>
        </pc:grpChg>
        <pc:grpChg chg="mod">
          <ac:chgData name="Rodrigo Araujo" userId="752af794b4f85fcd" providerId="LiveId" clId="{6D24FAE8-C4A8-49C4-A4B7-74B898226365}" dt="2025-08-02T02:15:21.120" v="32"/>
          <ac:grpSpMkLst>
            <pc:docMk/>
            <pc:sldMk cId="3762965008" sldId="261"/>
            <ac:grpSpMk id="30" creationId="{E0A70C0F-6703-4171-BD09-A96B8E6C0477}"/>
          </ac:grpSpMkLst>
        </pc:grpChg>
        <pc:grpChg chg="mod">
          <ac:chgData name="Rodrigo Araujo" userId="752af794b4f85fcd" providerId="LiveId" clId="{6D24FAE8-C4A8-49C4-A4B7-74B898226365}" dt="2025-08-02T02:15:21.120" v="32"/>
          <ac:grpSpMkLst>
            <pc:docMk/>
            <pc:sldMk cId="3762965008" sldId="261"/>
            <ac:grpSpMk id="33" creationId="{0C0A8FCE-9CD2-4323-B38D-67F8606295BA}"/>
          </ac:grpSpMkLst>
        </pc:grpChg>
        <pc:grpChg chg="mod">
          <ac:chgData name="Rodrigo Araujo" userId="752af794b4f85fcd" providerId="LiveId" clId="{6D24FAE8-C4A8-49C4-A4B7-74B898226365}" dt="2025-08-02T02:15:21.120" v="32"/>
          <ac:grpSpMkLst>
            <pc:docMk/>
            <pc:sldMk cId="3762965008" sldId="261"/>
            <ac:grpSpMk id="47" creationId="{D9BB4F6B-04DB-40FF-924B-2634A7DA80C0}"/>
          </ac:grpSpMkLst>
        </pc:grpChg>
        <pc:grpChg chg="mod">
          <ac:chgData name="Rodrigo Araujo" userId="752af794b4f85fcd" providerId="LiveId" clId="{6D24FAE8-C4A8-49C4-A4B7-74B898226365}" dt="2025-08-02T02:15:21.120" v="32"/>
          <ac:grpSpMkLst>
            <pc:docMk/>
            <pc:sldMk cId="3762965008" sldId="261"/>
            <ac:grpSpMk id="65" creationId="{37DAB306-F567-4DB3-A765-825E602BC9F3}"/>
          </ac:grpSpMkLst>
        </pc:grp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3762965008" sldId="261"/>
            <ac:picMk id="5" creationId="{422BFB86-F862-ACCB-BB10-DC1620A4C36F}"/>
          </ac:picMkLst>
        </pc:pic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3762965008" sldId="261"/>
            <ac:picMk id="82" creationId="{F4CA03B3-C177-496A-98F2-77665F09727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762965008" sldId="261"/>
            <ac:cxnSpMk id="76" creationId="{AFEC9C4B-190E-4D5C-ACDD-A895626495E2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762965008" sldId="261"/>
            <ac:cxnSpMk id="77" creationId="{03F4C289-21BE-4CC7-AAB4-A2943EFF4A19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762965008" sldId="261"/>
            <ac:cxnSpMk id="78" creationId="{4A705120-D8CF-4B9D-8D56-3B4CBC42077A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1497732401" sldId="263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97732401" sldId="263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97732401" sldId="263"/>
            <ac:spMk id="8" creationId="{1481CFEC-7332-45AE-993B-12D6555E87B7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97732401" sldId="263"/>
            <ac:spMk id="9" creationId="{6927173B-B826-45BB-A33D-F04FFF7340A2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97732401" sldId="263"/>
            <ac:spMk id="10" creationId="{E8AE9BD3-9A27-4EB6-86DD-93D16009CE77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97732401" sldId="263"/>
            <ac:spMk id="11" creationId="{5668192B-A31F-443F-A74E-414FBC8F4549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97732401" sldId="263"/>
            <ac:spMk id="12" creationId="{32708363-EF34-4201-AE16-BD37BBBAC668}"/>
          </ac:spMkLst>
        </pc:spChg>
        <pc:grpChg chg="mod">
          <ac:chgData name="Rodrigo Araujo" userId="752af794b4f85fcd" providerId="LiveId" clId="{6D24FAE8-C4A8-49C4-A4B7-74B898226365}" dt="2025-08-02T02:15:21.120" v="32"/>
          <ac:grpSpMkLst>
            <pc:docMk/>
            <pc:sldMk cId="1497732401" sldId="263"/>
            <ac:grpSpMk id="2" creationId="{30ABCB99-FDB9-4E64-B746-FC4CA972F8B6}"/>
          </ac:grpSpMkLst>
        </pc:grp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1497732401" sldId="263"/>
            <ac:picMk id="5" creationId="{422BFB86-F862-ACCB-BB10-DC1620A4C36F}"/>
          </ac:picMkLst>
        </pc:pic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1497732401" sldId="263"/>
            <ac:picMk id="2052" creationId="{4C7A1818-C539-41C5-808B-F955457F52DA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497732401" sldId="263"/>
            <ac:cxnSpMk id="13" creationId="{20A78048-81B1-4466-A6B8-FAF75CA494A7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497732401" sldId="263"/>
            <ac:cxnSpMk id="14" creationId="{068ED495-560C-4E6E-8970-35640EAE76EF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497732401" sldId="263"/>
            <ac:cxnSpMk id="15" creationId="{CF878F97-07B1-461E-9BF3-B7B3D4E064F3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3020245546" sldId="264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020245546" sldId="264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020245546" sldId="264"/>
            <ac:spMk id="7" creationId="{2EAE9F10-A97C-439C-BCAA-9C1746277692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020245546" sldId="264"/>
            <ac:spMk id="8" creationId="{B306FC81-39FD-49DA-A5F2-A27F6185C13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020245546" sldId="264"/>
            <ac:spMk id="9" creationId="{3476D2EA-4FF3-49B1-945D-7BD8E6155E8D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020245546" sldId="264"/>
            <ac:spMk id="11" creationId="{E569A6A6-FEAF-48ED-A075-AA433420041F}"/>
          </ac:spMkLst>
        </pc:spChg>
        <pc:grpChg chg="mod">
          <ac:chgData name="Rodrigo Araujo" userId="752af794b4f85fcd" providerId="LiveId" clId="{6D24FAE8-C4A8-49C4-A4B7-74B898226365}" dt="2025-08-02T02:15:21.120" v="32"/>
          <ac:grpSpMkLst>
            <pc:docMk/>
            <pc:sldMk cId="3020245546" sldId="264"/>
            <ac:grpSpMk id="14" creationId="{02586CE1-22B1-4C83-B693-057A3F97E609}"/>
          </ac:grpSpMkLst>
        </pc:grp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3020245546" sldId="264"/>
            <ac:picMk id="5" creationId="{422BFB86-F862-ACCB-BB10-DC1620A4C36F}"/>
          </ac:picMkLst>
        </pc:pic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3020245546" sldId="264"/>
            <ac:picMk id="3076" creationId="{EAA99E15-492A-4A5C-83EA-7FEEB724923B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020245546" sldId="264"/>
            <ac:cxnSpMk id="12" creationId="{B30B154C-9A0F-475B-8436-F09951CB5CB3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020245546" sldId="264"/>
            <ac:cxnSpMk id="13" creationId="{0324FA9B-77A3-4A69-89F3-DBD703CB7D95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020245546" sldId="264"/>
            <ac:cxnSpMk id="15" creationId="{1E35F8A7-6899-4D23-BD56-18E3FFFAB549}"/>
          </ac:cxnSpMkLst>
        </pc:cxnChg>
      </pc:sldChg>
      <pc:sldChg chg="modSp del mod">
        <pc:chgData name="Rodrigo Araujo" userId="752af794b4f85fcd" providerId="LiveId" clId="{6D24FAE8-C4A8-49C4-A4B7-74B898226365}" dt="2025-08-04T01:16:03.475" v="2257" actId="47"/>
        <pc:sldMkLst>
          <pc:docMk/>
          <pc:sldMk cId="1423864584" sldId="265"/>
        </pc:sldMkLst>
        <pc:spChg chg="mod">
          <ac:chgData name="Rodrigo Araujo" userId="752af794b4f85fcd" providerId="LiveId" clId="{6D24FAE8-C4A8-49C4-A4B7-74B898226365}" dt="2025-08-02T18:48:06.337" v="202"/>
          <ac:spMkLst>
            <pc:docMk/>
            <pc:sldMk cId="1423864584" sldId="265"/>
            <ac:spMk id="2" creationId="{20C028F5-D25C-CECF-4F8A-33F4C6006009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23864584" sldId="265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23864584" sldId="265"/>
            <ac:spMk id="7" creationId="{13FB9DDA-9B35-4172-B57B-096FD113B19E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23864584" sldId="265"/>
            <ac:spMk id="9" creationId="{CC6E9ED0-A937-44C2-87A4-113F5475EEBF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23864584" sldId="265"/>
            <ac:spMk id="10" creationId="{74D9927A-53B7-440A-806D-4970FE8DDCD7}"/>
          </ac:spMkLst>
        </pc:spChg>
        <pc:grpChg chg="mod">
          <ac:chgData name="Rodrigo Araujo" userId="752af794b4f85fcd" providerId="LiveId" clId="{6D24FAE8-C4A8-49C4-A4B7-74B898226365}" dt="2025-08-02T02:15:21.120" v="32"/>
          <ac:grpSpMkLst>
            <pc:docMk/>
            <pc:sldMk cId="1423864584" sldId="265"/>
            <ac:grpSpMk id="8" creationId="{E2ABEFB2-CC39-4B7A-A281-766D5BBE12D4}"/>
          </ac:grpSpMkLst>
        </pc:grp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1423864584" sldId="265"/>
            <ac:picMk id="5" creationId="{422BFB86-F862-ACCB-BB10-DC1620A4C36F}"/>
          </ac:picMkLst>
        </pc:pic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1423864584" sldId="265"/>
            <ac:picMk id="4098" creationId="{CD2EFC86-CAD0-443A-879B-AD38A1AD1FDC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423864584" sldId="265"/>
            <ac:cxnSpMk id="12" creationId="{3F1BC522-31DC-4011-8BBF-451F3420FB39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423864584" sldId="265"/>
            <ac:cxnSpMk id="14" creationId="{379F24F8-B86C-444E-9E4F-3C258AF47833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423864584" sldId="265"/>
            <ac:cxnSpMk id="15" creationId="{5C58C0FA-F371-4DA4-8A44-24ECD2E907BE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433838189" sldId="268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33838189" sldId="268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33838189" sldId="268"/>
            <ac:spMk id="9" creationId="{21A1F707-2F93-422C-A204-6634A6F413CE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33838189" sldId="268"/>
            <ac:spMk id="16" creationId="{4F838136-CFC2-4FAB-8046-2BC9B6D0C9F4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33838189" sldId="268"/>
            <ac:spMk id="17" creationId="{F6E9F8AD-3BBF-4E3E-AA3A-9173F38B023F}"/>
          </ac:spMkLst>
        </pc:spChg>
        <pc:grpChg chg="mod">
          <ac:chgData name="Rodrigo Araujo" userId="752af794b4f85fcd" providerId="LiveId" clId="{6D24FAE8-C4A8-49C4-A4B7-74B898226365}" dt="2025-08-02T02:15:21.120" v="32"/>
          <ac:grpSpMkLst>
            <pc:docMk/>
            <pc:sldMk cId="433838189" sldId="268"/>
            <ac:grpSpMk id="4" creationId="{264E8EF2-6F97-4A2F-8A6A-295CB7FFBE9E}"/>
          </ac:grpSpMkLst>
        </pc:grp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433838189" sldId="268"/>
            <ac:picMk id="5" creationId="{422BFB86-F862-ACCB-BB10-DC1620A4C36F}"/>
          </ac:picMkLst>
        </pc:pic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433838189" sldId="268"/>
            <ac:picMk id="8" creationId="{472052E1-888A-58AF-080E-392E3B52204F}"/>
          </ac:picMkLst>
        </pc:pic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433838189" sldId="268"/>
            <ac:picMk id="10" creationId="{7A6C2023-5183-9F37-3A0C-73ECB8B08B2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433838189" sldId="268"/>
            <ac:cxnSpMk id="12" creationId="{CCE1D446-FD99-475B-85E1-020D8404B937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433838189" sldId="268"/>
            <ac:cxnSpMk id="13" creationId="{7A56198C-C763-4CBC-ABDB-6346A032CCF9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433838189" sldId="268"/>
            <ac:cxnSpMk id="14" creationId="{9B95765C-BE8F-4DA2-BC3C-53340831A824}"/>
          </ac:cxnSpMkLst>
        </pc:cxnChg>
      </pc:sldChg>
      <pc:sldChg chg="modSp mod modShow">
        <pc:chgData name="Rodrigo Araujo" userId="752af794b4f85fcd" providerId="LiveId" clId="{6D24FAE8-C4A8-49C4-A4B7-74B898226365}" dt="2025-08-04T01:16:14.984" v="2259" actId="729"/>
        <pc:sldMkLst>
          <pc:docMk/>
          <pc:sldMk cId="2388171492" sldId="269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388171492" sldId="269"/>
            <ac:spMk id="20" creationId="{926711D3-7BC9-2D9A-8F20-976410EAD9CA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388171492" sldId="269"/>
            <ac:spMk id="21" creationId="{D7881788-DED4-7505-B28F-5CBD3043F23A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388171492" sldId="269"/>
            <ac:spMk id="23" creationId="{4C586BFA-4CFC-4910-8620-E354EB19130D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388171492" sldId="269"/>
            <ac:spMk id="24" creationId="{32F454B3-249F-4675-830D-C79DC46848B0}"/>
          </ac:spMkLst>
        </pc:spChg>
        <pc:grpChg chg="mod">
          <ac:chgData name="Rodrigo Araujo" userId="752af794b4f85fcd" providerId="LiveId" clId="{6D24FAE8-C4A8-49C4-A4B7-74B898226365}" dt="2025-08-02T02:15:21.120" v="32"/>
          <ac:grpSpMkLst>
            <pc:docMk/>
            <pc:sldMk cId="2388171492" sldId="269"/>
            <ac:grpSpMk id="2" creationId="{DB1883BE-AA1B-4EE5-AA8C-9B1FC15A078A}"/>
          </ac:grpSpMkLst>
        </pc:grp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2388171492" sldId="269"/>
            <ac:picMk id="5" creationId="{422BFB86-F862-ACCB-BB10-DC1620A4C36F}"/>
          </ac:picMkLst>
        </pc:pic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2388171492" sldId="269"/>
            <ac:picMk id="12" creationId="{8216B852-637A-C90D-14A1-38D3FE871E73}"/>
          </ac:picMkLst>
        </pc:pic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2388171492" sldId="269"/>
            <ac:picMk id="15" creationId="{D5CFA67C-37BF-4986-8176-F40C69BC61A6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388171492" sldId="269"/>
            <ac:cxnSpMk id="16" creationId="{AF74564A-271C-473B-AEC6-0E32D4DC7D4A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388171492" sldId="269"/>
            <ac:cxnSpMk id="18" creationId="{E7360B8D-A668-4610-A6DB-B2132F1C298F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388171492" sldId="269"/>
            <ac:cxnSpMk id="22" creationId="{C618B2D9-210D-4F3F-B426-803B11918324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4277449911" sldId="270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77449911" sldId="270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77449911" sldId="270"/>
            <ac:spMk id="4" creationId="{A807CE6B-CE9E-FEBC-9C56-43169BE92B08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77449911" sldId="270"/>
            <ac:spMk id="11" creationId="{09438B98-9F5C-FEA7-88CA-A367473F7091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77449911" sldId="270"/>
            <ac:spMk id="16" creationId="{755D6DB4-1DC7-4DA9-8B82-9B57AA036B69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77449911" sldId="270"/>
            <ac:spMk id="17" creationId="{3F0EF578-AB53-4C19-BF8C-DB769822D41A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77449911" sldId="270"/>
            <ac:spMk id="20" creationId="{0F85FF77-0272-47AF-8584-A8632E31DDBF}"/>
          </ac:spMkLst>
        </pc:sp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4277449911" sldId="270"/>
            <ac:graphicFrameMk id="10" creationId="{C3A578D0-D573-3C4B-ABB5-BC5D18131D58}"/>
          </ac:graphicFrameMkLst>
        </pc:graphicFrame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4277449911" sldId="270"/>
            <ac:picMk id="5" creationId="{422BFB86-F862-ACCB-BB10-DC1620A4C36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4277449911" sldId="270"/>
            <ac:cxnSpMk id="12" creationId="{D9166E8F-440D-4B0E-95EC-8F6A1EF4E91E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4277449911" sldId="270"/>
            <ac:cxnSpMk id="14" creationId="{6FC80C09-7023-43A4-8B30-E03621F49E80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4277449911" sldId="270"/>
            <ac:cxnSpMk id="15" creationId="{A415DEEC-C61A-4B7A-B9C6-4D03397A0645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3192398379" sldId="276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192398379" sldId="276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192398379" sldId="276"/>
            <ac:spMk id="4" creationId="{A807CE6B-CE9E-FEBC-9C56-43169BE92B08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192398379" sldId="276"/>
            <ac:spMk id="7" creationId="{F9C83CA7-0C37-4F6B-9A2E-4E679DEFFBFA}"/>
          </ac:spMkLst>
        </pc:sp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3192398379" sldId="276"/>
            <ac:picMk id="5" creationId="{422BFB86-F862-ACCB-BB10-DC1620A4C36F}"/>
          </ac:picMkLst>
        </pc:pic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3192398379" sldId="276"/>
            <ac:picMk id="6" creationId="{A5876575-3ADF-7635-AFD8-307D6084156D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192398379" sldId="276"/>
            <ac:cxnSpMk id="8" creationId="{F4EADA5F-2B2A-454A-BAFC-150BC18DE772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192398379" sldId="276"/>
            <ac:cxnSpMk id="9" creationId="{CCCF9C44-4172-48B4-BC71-2E3209237598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192398379" sldId="276"/>
            <ac:cxnSpMk id="10" creationId="{FC1616C3-2CAD-4425-BC06-33AFD22A79A6}"/>
          </ac:cxnSpMkLst>
        </pc:cxnChg>
      </pc:sldChg>
      <pc:sldChg chg="addSp delSp modSp mod">
        <pc:chgData name="Rodrigo Araujo" userId="752af794b4f85fcd" providerId="LiveId" clId="{6D24FAE8-C4A8-49C4-A4B7-74B898226365}" dt="2025-08-04T01:13:53.587" v="2256" actId="1076"/>
        <pc:sldMkLst>
          <pc:docMk/>
          <pc:sldMk cId="394869686" sldId="282"/>
        </pc:sldMkLst>
        <pc:spChg chg="add mod">
          <ac:chgData name="Rodrigo Araujo" userId="752af794b4f85fcd" providerId="LiveId" clId="{6D24FAE8-C4A8-49C4-A4B7-74B898226365}" dt="2025-08-04T01:13:53.587" v="2256" actId="1076"/>
          <ac:spMkLst>
            <pc:docMk/>
            <pc:sldMk cId="394869686" sldId="282"/>
            <ac:spMk id="2" creationId="{5BB24525-FAEC-4141-A894-37183FF647ED}"/>
          </ac:spMkLst>
        </pc:spChg>
        <pc:spChg chg="add del mod">
          <ac:chgData name="Rodrigo Araujo" userId="752af794b4f85fcd" providerId="LiveId" clId="{6D24FAE8-C4A8-49C4-A4B7-74B898226365}" dt="2025-08-02T18:55:29.461" v="254" actId="478"/>
          <ac:spMkLst>
            <pc:docMk/>
            <pc:sldMk cId="394869686" sldId="282"/>
            <ac:spMk id="3" creationId="{9CEC0578-05F3-4451-8AD9-57CFB21A52FC}"/>
          </ac:spMkLst>
        </pc:spChg>
        <pc:spChg chg="mod topLvl">
          <ac:chgData name="Rodrigo Araujo" userId="752af794b4f85fcd" providerId="LiveId" clId="{6D24FAE8-C4A8-49C4-A4B7-74B898226365}" dt="2025-08-03T22:57:34.561" v="2198" actId="1076"/>
          <ac:spMkLst>
            <pc:docMk/>
            <pc:sldMk cId="394869686" sldId="282"/>
            <ac:spMk id="4" creationId="{A807CE6B-CE9E-FEBC-9C56-43169BE92B08}"/>
          </ac:spMkLst>
        </pc:spChg>
        <pc:spChg chg="mod">
          <ac:chgData name="Rodrigo Araujo" userId="752af794b4f85fcd" providerId="LiveId" clId="{6D24FAE8-C4A8-49C4-A4B7-74B898226365}" dt="2025-08-03T22:39:22.288" v="2076"/>
          <ac:spMkLst>
            <pc:docMk/>
            <pc:sldMk cId="394869686" sldId="282"/>
            <ac:spMk id="1580" creationId="{E221EB8C-77F4-4184-A8B1-B19E9B1B2AA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395" creationId="{D8366301-1B1E-450C-BA6A-F5EAAA2814E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396" creationId="{3592016C-769A-4B0C-B5CE-508F7C8FEA2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397" creationId="{48D306DF-DA10-4A97-9D3A-B9C619BA755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398" creationId="{D141C364-F04E-45C5-BB8A-7013FFE15FD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399" creationId="{DC0EB930-7B18-475E-92DB-91408EDE3F3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00" creationId="{458E6760-BBF9-4AD7-B3B4-7DDE9359D46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01" creationId="{B12CCE61-1268-492F-87FE-EB0626A0DE3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02" creationId="{EAEB518D-643D-420E-BDFA-DCBDF7103E4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03" creationId="{B9869315-717A-43F6-9B8C-126C6EE01BD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04" creationId="{61071C41-8839-4902-987F-C6C7AE57C2A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05" creationId="{08692A71-9EEB-4D2C-96B4-E47EABD15EB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06" creationId="{2019D269-C5AD-405F-90C6-5326CA2E680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07" creationId="{8ED8B8BC-BEB0-4D0A-9D5B-0F532BA0248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08" creationId="{9385470A-6F43-44D9-A590-8419E445F06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09" creationId="{3800ACAF-BAD5-48A3-B100-D012F78EFA4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10" creationId="{23045510-20CC-40CC-95EE-2E712D02949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11" creationId="{A9CEDD4D-DFBB-47B0-92DD-F97B69AAC5D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12" creationId="{6A961BF6-A12C-436A-A949-28F6C6762B7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13" creationId="{B828FA83-B7A8-4BD9-A0A9-19E9244FEFE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14" creationId="{445DDA69-CEAC-4DF3-B71E-33191D1E927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15" creationId="{83ACBC07-3054-4BC6-A42B-CA8712F3C91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16" creationId="{0581660C-80C5-4458-8731-66406F9D38C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17" creationId="{CEF59E50-6DD2-4048-9696-893A0A1E77F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18" creationId="{BF576861-9C4B-4319-9CE3-54CD21BF69B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19" creationId="{2314CD01-E639-4FA9-9F54-E412818191A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20" creationId="{CC1EB597-7B4B-45A9-98D0-16B16E06F4E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21" creationId="{AF31ED57-7C3D-48BF-A2B4-A806D245D87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22" creationId="{70071A0B-504A-4A3D-8D6A-22818520FAA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23" creationId="{68B5998C-5E69-415D-BA57-E3A60E43560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24" creationId="{6BB2AF9F-561C-459C-BF98-94125A4C1FE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25" creationId="{D2DBC276-FA91-40E9-BE0D-A66F47AC6FD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26" creationId="{E8A46C9C-CB7A-4397-BCC3-B80B44D7A42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27" creationId="{741930E6-3EBA-4DF9-AD64-83033B882D9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28" creationId="{78FE796A-8307-4740-95ED-DB489F06ABF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29" creationId="{AD35C8A5-EDA6-4C37-A5B2-DC293C7E767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30" creationId="{5243B613-86B2-4EE2-833D-04E75A0637A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31" creationId="{70EFC5BF-CB38-4F8A-9FEE-6CC3866A803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32" creationId="{3893E0A8-5602-4DDD-A284-D1B3C285649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33" creationId="{AE8897F4-503A-4E3A-9BE4-81AC0D31364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34" creationId="{7A41EEB3-A09B-4103-A70B-72E08605725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35" creationId="{87667210-E616-4099-939A-94605D88B4C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36" creationId="{970B5659-C9AE-40E7-9C62-D74144FD26B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37" creationId="{563395D6-84B0-49E6-923E-3D5330E1096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38" creationId="{733AC75E-A50F-4D26-9571-0F645531B6F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39" creationId="{67D34434-C120-404E-BA07-8D4B321D363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40" creationId="{C26B2B36-883E-436E-AF75-F8CC0AA465A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41" creationId="{8E01F8E6-C5F8-425C-975C-F7347B113E7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42" creationId="{FC01AAB5-B18D-4319-A187-8C940E75829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43" creationId="{FC3D8B1F-83D1-46A8-BF8A-F6FCA0B6BCF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44" creationId="{FA4CA09D-D230-41BB-9C8F-759B077AB0C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45" creationId="{406E75B4-EA6E-428F-BD06-6DEC867798E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46" creationId="{E65224E8-8F6C-4477-B363-B51CB87982E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47" creationId="{3B70893C-E114-416A-A955-82125969353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48" creationId="{5514D3EB-ABEF-4A9E-B377-450EEFFB828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49" creationId="{8B6BF881-B60A-4CC3-9D38-C1312A49784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50" creationId="{57E155F5-04E1-424D-8681-6A988824CA4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51" creationId="{B4534A7C-CEAF-4567-B721-B753634730B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52" creationId="{3E4ED21F-ECFA-41F2-8A88-21C3BC0B952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53" creationId="{4C7FBEE8-1A91-4509-9A62-353272F21EB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54" creationId="{72E36600-58D8-46F2-8100-F6761904933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55" creationId="{AB0B11A0-EC42-4DD4-9D53-389DD7D4E5A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56" creationId="{2867F509-2423-43E4-B4F0-5AADCE3A82C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57" creationId="{5342DA2E-0CE6-4CEC-8590-2DB79F8D393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58" creationId="{80E0A2B9-AF7E-43AC-AE28-6A47FF40386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59" creationId="{F81D26F6-0188-49DD-9A3B-8A093BA5101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60" creationId="{70369011-A407-4693-9A2B-ACDEA3090F6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61" creationId="{07366645-970D-4592-9F5C-8D2CF03F786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62" creationId="{BA87F1E9-725A-469C-9048-6AF4FAD5639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63" creationId="{67D42B28-8EC8-49EB-95F8-2D0ECF9F2AB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64" creationId="{D9FC0E72-278C-4F2F-898E-C4C407553F4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65" creationId="{D994D2B6-2C7E-4EA9-B29F-60F46C33D93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66" creationId="{B3B076B1-B974-4AC5-8AE1-E532EF0B760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67" creationId="{A8BD9120-43C6-4A84-839B-49FD0F2E927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68" creationId="{1984697A-C6D0-45E4-AF90-3F8D1B792D2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69" creationId="{720E9350-1A10-42A9-BC3C-086A4D3893F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70" creationId="{D8572C4A-C359-4F84-86A4-F9EC532BBAE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71" creationId="{C126A7AB-88E1-4956-8A36-4D697993720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72" creationId="{9736665E-9C15-460B-877C-7933B5DA5B0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73" creationId="{930CB0A9-E45A-4859-81E1-4C98B8A5FBD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74" creationId="{BDBD6643-6935-4168-9536-563C31294D0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75" creationId="{352866E2-DB90-4FFD-A259-92E9F0E6702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76" creationId="{11B26CB1-825F-4B98-BB5D-ACF16C6D8D4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77" creationId="{AF7FFE70-3906-4C60-B5BA-E5234EC4C64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78" creationId="{CD1753F6-A3FA-414E-9ED6-99761AB1134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79" creationId="{AA464575-9669-4F10-A92D-DA51F96BA24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80" creationId="{FD133158-08B4-4206-B91E-6B5222F619E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81" creationId="{1D5B811A-B020-4E20-B926-D4A4568D197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82" creationId="{A9E23091-A827-4F70-8D84-F37C7D8585B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83" creationId="{50DC47C6-2F9B-4D24-B226-27133B0726D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84" creationId="{A4F33BF5-4602-4942-AB4B-DE950F3A07D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85" creationId="{4E7B4233-B648-49ED-BEC2-82BD9657148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86" creationId="{1F90261A-9005-4BA9-967E-13C086C1C17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87" creationId="{421F391F-3201-4EDE-9078-E7D2AB8F1D9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88" creationId="{40CBE9A2-273D-40D6-AAF1-432118A2171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89" creationId="{CB46B9A1-29E5-4F6B-9D38-FADC1CEC738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90" creationId="{45AF1B40-1259-4399-B328-B4AAF2FA869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91" creationId="{964C247C-C820-41F5-8A55-C006D2AB027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92" creationId="{723CA6FB-FD2C-4900-97F3-78C8C6DC5A3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93" creationId="{0A8A4463-2919-47D0-9719-FAEFC2DD4EA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94" creationId="{1DD1A853-EC50-4884-8674-7D80B53A6CD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95" creationId="{F16B3B3B-9BB4-4E99-BC19-AA1EC562896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96" creationId="{0BE11C5E-A547-426C-99F4-FC7D3098AD8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97" creationId="{DC3140DF-CE4F-4787-B735-0F090C48A0F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98" creationId="{72317678-37C8-4B5C-8386-B1C9E922B25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499" creationId="{07466AD1-1188-4119-B507-BB454CE9A15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00" creationId="{D8A76F93-FE30-470D-BBD7-C85804A3F52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01" creationId="{A5025051-5D4B-4E40-AD47-DF5C680F1E7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02" creationId="{76A0B529-2442-4BA0-B909-715E25EB017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03" creationId="{9FD7F826-8FDE-44DE-8708-78F6414A12B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04" creationId="{D3AC0DC0-A590-47B6-8922-864A8CE8B50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05" creationId="{5CC0FCC3-24AC-430F-BF55-E573A6BE11C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06" creationId="{5CB706B4-7C13-4DDC-9DFF-72BD44BF8EA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07" creationId="{178AAD0E-A188-454B-95D3-1CCB9721366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08" creationId="{8423713B-94AA-472F-81AB-F37A0168D3B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09" creationId="{2A3D246B-9720-42A5-9017-AC2E16C3A91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10" creationId="{AFCFD815-829C-4981-9C5D-5A094DE5B5B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11" creationId="{AD6B0F4E-8A19-45E4-9A40-FB6CFDAF2E9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12" creationId="{9792893B-42C9-4F97-A2A1-01A5B94A852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13" creationId="{E40C27A7-EC70-44A5-8E11-19484FB5A2B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14" creationId="{DA3AA213-D1A3-4416-9F8F-C562A5CA5BA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15" creationId="{E6F61164-2E71-429A-A243-0235AB05CDC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16" creationId="{DADE762C-954A-4B97-B13E-33E0CBBB4B8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17" creationId="{74836C9E-AC77-4784-9586-9A6A06123CA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18" creationId="{2BD621AF-1C95-4FE7-9F63-9A83C20B769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19" creationId="{BAE92914-0866-411D-92B8-2F74C6FDE52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20" creationId="{C8FF8598-4F70-4949-9A4C-22D81FBB642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21" creationId="{7C2AADBA-42AF-4657-A32C-F275E606F7C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22" creationId="{2F2E0776-A332-450F-AE67-45B5C9D2544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23" creationId="{EF652486-EE9E-4D2E-B129-1794DFCB6A0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24" creationId="{19CA9FB8-F7E8-4211-9242-399AB0D2E6F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25" creationId="{A44C4F3B-8A8C-40F0-B399-F2F0CEEBDCB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26" creationId="{D9DA8B50-872C-4129-A21F-3FB4BDDD930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27" creationId="{62360627-4ED0-4176-B935-D8E4EA55EA9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28" creationId="{E0E49AC3-DFA6-4D05-97ED-AB948043FB5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29" creationId="{0D27C092-4731-4B83-928F-55B1712FBB4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30" creationId="{F0DC6A1D-97CC-402E-9DA8-92BDA309F3A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31" creationId="{9737187D-C7CD-4D19-9647-F197EB44AD5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32" creationId="{E32706D9-F0B0-4AA2-B95F-C8AA64F3D7F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33" creationId="{C7B90536-D404-4C38-9F76-FC144530322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34" creationId="{14410EE6-2F7E-46CF-99C5-4C38B86AF09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35" creationId="{B5D7980F-C849-4515-A1E3-5CCC1D53175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36" creationId="{E4F49C39-C371-4907-B17B-34D4067F54E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37" creationId="{84273362-FD93-4455-87FD-35193349016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38" creationId="{3EC1D472-DDD0-4D4F-8B35-D2DF7A0366B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39" creationId="{CB927502-F299-460C-9A9B-EEE789E79BF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40" creationId="{3CF4AB81-4172-409A-8448-DBC3B9B0ACA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41" creationId="{843AD63B-BD86-4F88-8A9E-2E349A52E59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42" creationId="{BA13526F-BFC9-499E-8581-55ACF9947F9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43" creationId="{79212B9A-4C85-41B9-8F94-972D3412F92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44" creationId="{B51ADB3A-82CC-4631-94A9-FD75690786E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45" creationId="{FB7CCDFD-7DCD-4319-A39F-1B702C6FFD3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46" creationId="{8B8BAEB3-A51A-4E92-B57D-757DEE8DCD9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47" creationId="{84EC929D-4BE2-45E7-AFC5-AD6A4466B7A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48" creationId="{E1B788EA-DDB5-43CA-89C1-2F92A16207E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49" creationId="{33BBA0F7-4373-4BDF-972B-BB06EF7C85C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50" creationId="{AF735A14-9D1F-4480-8042-A4E4F0863FC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51" creationId="{F926D989-F99C-423A-B8DD-36C8F44F73D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52" creationId="{3A4C8B5A-954F-4B7F-868B-663B4F54E31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53" creationId="{1EBEC27D-1C4B-4074-B63D-A30080E4080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54" creationId="{6D016E3C-F170-4AA0-A269-9410E907443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55" creationId="{D2F95CAA-F182-4A34-B15E-A1BAFFFC4C2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56" creationId="{840EE15F-6E56-41B1-AB41-D344D4A735E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57" creationId="{9AAC8FAD-56B9-49D4-BE63-C27A645E7DF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58" creationId="{8FE1ED74-E692-40C5-A75D-C5428C15CA5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59" creationId="{42C3FD5E-644E-419F-AB10-228AA86B818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60" creationId="{C495CD12-DB09-49EC-A206-BEA0F4FE85D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61" creationId="{BA03AC27-F2CA-4B7C-ADA0-48372FB9114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62" creationId="{E5E0F639-1802-4C13-821D-805A35DEC29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63" creationId="{15F97174-FA1B-4A21-AD31-33F8678C13C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64" creationId="{345952AA-2881-4E69-977C-2A945D0E222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65" creationId="{0E810C31-36DD-43D6-9361-B1AB7F36A67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66" creationId="{C76F86B5-3F6E-4036-8DD6-F2F5D5D76BA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67" creationId="{F2795E36-3FF1-4F72-947F-1F5F2F828A0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68" creationId="{6BD2DFB0-EDCC-468E-BFEB-7D316FE2D36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69" creationId="{91E916EF-BB9C-4308-B04B-A65E834C71D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70" creationId="{C93E95ED-060A-4CE9-BCDB-1EC4152F3F9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71" creationId="{72F392B9-A829-416E-B3BE-B4E149FF956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72" creationId="{080B5F58-6496-4EA6-BB9B-8F4CC67140E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73" creationId="{6CDA8288-E6CF-4966-BF93-4457836A71A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74" creationId="{8DE9108B-B808-4863-B9BB-067FCF703EA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75" creationId="{2AA1691B-7D4B-43B7-853C-E118CFB8B87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76" creationId="{C2771B43-959F-4122-A0CE-41FC52FCEE0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77" creationId="{FED27E70-F286-4618-8A8A-54B3557F93F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78" creationId="{6D9FC330-1350-4E36-BCB2-03619635E3B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79" creationId="{E98145BE-3314-42FF-8D60-CEE6E0C4DC9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80" creationId="{CDC71333-0D0F-4799-A3E3-C5F0748C891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81" creationId="{D65B8F7B-372A-4B9B-890B-756D683FA3A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82" creationId="{58B35582-0D5D-4CEC-992C-50B6CBCC061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83" creationId="{BEF6D137-205E-41C3-A42C-11435D59569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84" creationId="{AC59F0C0-9D30-4F53-A8C4-5F9A342C24E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85" creationId="{B4CDF56D-2404-4710-B185-440E8DF6B54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86" creationId="{B6BE8C0C-4DBA-4659-84DE-0F09C88533C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87" creationId="{CBECCC35-A4A8-4CB0-9E46-E8D1344A06E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88" creationId="{73468C04-1E0F-4ED7-BD25-362177B7BD6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89" creationId="{F04DF00D-446F-4D51-BCEE-04A568E3FEC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90" creationId="{89D6E4B1-5736-4F14-91D2-06149093C0E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91" creationId="{F95B8F68-C28E-4EA9-B420-7CA87AE7F33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92" creationId="{CFDC0677-D8B3-4D3F-AD56-F2F8CF4C761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93" creationId="{5B8CBD27-8FCB-4C15-8A6A-7FD847F9144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94" creationId="{BD38D143-A7AB-45EF-9C2A-CC714C8908F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95" creationId="{37F5FE88-3E61-4275-BB3C-46B15AAA0FC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96" creationId="{902A7FA0-BE08-4528-9109-56CC8192ADB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97" creationId="{156780AE-3F65-4F8B-AAE3-E067849BF2E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98" creationId="{09E7B3BF-3B1F-4645-AA62-C1E1CA50187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599" creationId="{343DFCA3-E90A-469F-AF83-9DFC8F4A8D4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00" creationId="{A673D20F-493B-4D87-A796-F936A7DB096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01" creationId="{27458ADE-ECB2-4E44-8877-EF2DF2F11F8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02" creationId="{70C1933A-41F2-444C-972E-8D5768E7C34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03" creationId="{3EDF4497-3B22-460D-876D-C33F5CC239F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04" creationId="{ED824966-7DD5-472F-8348-C78DAFE0653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05" creationId="{CCB1F72A-379E-461C-905E-AFC25910220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06" creationId="{EDAD716A-7E8D-4DF8-971E-AA1D11D9309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07" creationId="{B94E6D25-079B-4405-8E8E-33B7E37D92B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08" creationId="{CF60BCB2-94BF-492C-8065-983B6E0D825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09" creationId="{95BBE474-6647-4AB7-A3DE-DE7A3D62265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10" creationId="{194FFA46-EE45-40A7-93C2-936490D4379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11" creationId="{BF1AC6D1-D767-46BE-A89A-8B90546E888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12" creationId="{A899038A-EACC-4492-809A-635389DC42C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13" creationId="{041CDF6F-82F4-43DE-AF1D-64363FEFCA7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14" creationId="{80193F66-752B-4A1E-91F9-5221444F28F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15" creationId="{DDEC25F9-CF16-42A3-8251-30A6A14A7CE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16" creationId="{45F4F2F2-7734-467A-AB4C-262302CDCED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17" creationId="{CCF542F5-9F78-4D01-8B2D-78BB204DC99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18" creationId="{D7B94A3F-BD40-49A3-8839-FEBA8A5E1BF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19" creationId="{1A0AA628-D02C-4214-BAD6-6B08CC7CE06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20" creationId="{6D6A71A7-1241-4CC8-974F-3C2C4BB4FC1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21" creationId="{FDEC83A6-BA43-4223-9DE1-807E74618F2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22" creationId="{86A60666-1852-44FF-9EB0-5BC07E81588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23" creationId="{0BF3F843-EB13-49F2-BED1-B7DFF9B09A3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24" creationId="{C9ECCB9D-980C-4E3D-BB3F-4D7ECA62AC3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25" creationId="{C449DF13-FA6D-4730-839A-87888ACFDD6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26" creationId="{B5A60919-EEAA-4ABC-94DA-F015D29D16E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27" creationId="{888AC945-86F8-4F98-BA22-B529BDB87FE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28" creationId="{8E4E4110-154B-4B85-A2D5-6DF8D9DE0D9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29" creationId="{3B6E2FA0-08A7-424A-8668-A917C56A99A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30" creationId="{71E75E74-85DD-40A4-B57B-6547C8C0980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31" creationId="{7D796D3C-7F45-46A9-9A97-A27BB614EA7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32" creationId="{95D33FB8-69A0-40E5-8B10-81AC4A2693F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33" creationId="{F386B1FF-61A1-4818-93BD-5F5CD74E529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34" creationId="{9FD50538-6392-4767-89E5-99ECD5BC70F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35" creationId="{9CBF4C84-B8D2-40CA-9533-CF16034C3FD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36" creationId="{E11281A8-441C-4583-8DBA-9EE2D456ABC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37" creationId="{35653A0E-1224-41AB-85C1-8CBDB4FBF90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38" creationId="{324C2AF4-2C2D-4E83-8D53-E0FBC9DAD34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39" creationId="{242CD2CD-D59F-45E2-A8FC-4F09B7518CD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40" creationId="{765E9482-DE79-4709-9E49-EC39B572E23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41" creationId="{53E65E14-D43F-42A4-AF13-C01530F9A1C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42" creationId="{6C7ACF1E-A1C7-4964-A9D7-B015BD32CEA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43" creationId="{86DD4DEB-DFD1-435F-8BEA-CE64AB7FF1F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44" creationId="{F4F42FC3-202B-4799-8198-A06A24C1FBB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45" creationId="{C56D66C8-DC2F-4368-AFBB-245F46FCF08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46" creationId="{87F45974-23CA-45AC-B8E6-7EC19479F89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47" creationId="{736C31E4-09AF-4F01-A8EE-510FB639174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48" creationId="{CE3E00A8-3402-4CB3-8004-1CE0A85B147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49" creationId="{EC50E514-B341-482B-A601-4B6750D6E20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50" creationId="{64897C15-249F-4093-8DC0-18060B3BF58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51" creationId="{EBD5ACC3-E8EB-486D-8D51-BB0BB2C0501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52" creationId="{10500103-B041-4DD2-87E0-F74338AB7D6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53" creationId="{DB89919F-D85F-4AEC-AD53-C8D9E01EC63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54" creationId="{4ED784BF-D0E4-4122-B767-947DD79F4F1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55" creationId="{F69E2015-7077-4AF9-B46D-AFE2454DC2C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56" creationId="{CB277F3F-0F6E-4DC0-A95B-A8D9182BCFE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57" creationId="{12CD7EA8-06CB-48AB-9184-165A9E0232B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58" creationId="{A64B22A6-71C5-425E-A89B-D7BB6C15352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59" creationId="{E6A07424-D9DF-46A9-A0A4-21F2CC64408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60" creationId="{4DB2F1D0-C0F3-4F15-9CAD-FD9BBBB3661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61" creationId="{E959A024-71BF-4156-9737-3097B3F9240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62" creationId="{320CA398-A487-4585-9CC6-26C57A4F63D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63" creationId="{6BD6EFF5-7023-486E-8A39-060B3BE2F1A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64" creationId="{2B7E570E-48D7-4366-A0B8-8A5EF44E1CF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65" creationId="{AB693AEB-2A44-4FC5-ADDD-EC40EB0F8A0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66" creationId="{FEF4A6C5-85BD-4E78-BDF5-A53177EFF80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67" creationId="{8B5BF08B-4752-43DB-A396-98B0AB50CB4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68" creationId="{D8DBDFB4-2CB8-444A-8EC5-D704EC3E2A7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69" creationId="{B3FB3402-4AFF-4E87-BE32-A0AE1E25831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70" creationId="{EF78B052-32B8-42EF-81B2-9F7E8D5C51F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71" creationId="{CC17E6B7-1195-42BE-AEB6-4E75B07FB45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72" creationId="{D2FBC6F7-C422-447A-8B77-62CFA203C2B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73" creationId="{427BBBCB-C4A4-4475-9D7C-E809AEB5A6B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74" creationId="{01894724-3CA9-476F-B155-2158F467DA1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75" creationId="{CC0FA8C6-D30E-4BC0-86FC-8177F91745F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76" creationId="{A51A0D39-DCAD-45E4-B84B-1FCCB265CC3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77" creationId="{61715D34-D530-47E0-B134-3D114FC6B03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78" creationId="{A40855C4-A9B8-46A1-8925-AA8642F42AC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79" creationId="{EFB63746-622A-478F-8DDD-5C60063D87D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80" creationId="{C52E9AC2-A15C-4D4B-9849-DA31ABB1361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81" creationId="{F22A34EA-6033-43C1-BCF4-D2456FC1E04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82" creationId="{025546F6-8EE8-4471-A0C6-AF0845FFAB4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83" creationId="{E42B48EC-4EF1-4170-89C1-D18811E2E0D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84" creationId="{F376D50E-53CC-4671-BE92-385074BC5F2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85" creationId="{30A4ADEB-6153-4093-8C44-221F6A3305F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86" creationId="{07A66758-8C2D-45C4-A761-4ECB68EE62B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87" creationId="{4B9302AA-FB5B-444B-BE1D-02E39C95A5E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88" creationId="{F77C3B7E-40A6-49AA-AFB1-38CBD3C1667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89" creationId="{CDACA851-E789-41A0-A60B-D1E3CD153AC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90" creationId="{7E05CA0A-A106-49EA-8E9D-7E1EDB59881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91" creationId="{C91E7923-16A6-49BA-9950-57D236C9CC2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92" creationId="{AC67D30A-E18F-484A-B7CD-D210C67EF5F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93" creationId="{8FE71E92-1821-429A-83B5-6743800B0EC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94" creationId="{DD47F64D-C27D-4C9B-9541-4BFBCBA7083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95" creationId="{51D9780A-8860-4BEA-8884-ACF86B4C0E2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96" creationId="{64D7403A-8408-4436-BCB6-0B9DB2DF79B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97" creationId="{4D5814FA-903D-499D-9325-2D4AD638625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98" creationId="{0C32E639-068E-4718-9429-4D7DF5B06DC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699" creationId="{D2FECAAE-E84D-44E3-9D2F-0C92602F344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00" creationId="{CB4CEE52-503A-4D28-815D-2FBAD554258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01" creationId="{E1522021-3AB4-4BA8-A707-F4ECB99DAC8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02" creationId="{C40F1F76-85C0-48FA-8FE4-16B437E4E38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03" creationId="{7E894C66-AC5B-45EE-8C35-4A638EDEA41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04" creationId="{B52ABB18-45C3-497A-BD48-120DAE3EBDB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05" creationId="{B3769D57-7BCF-4FA9-98A9-F912C04BBCD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06" creationId="{17916B3F-4585-470E-8C5F-13768095D52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07" creationId="{8D11EF69-A5D3-4826-A29C-C69C9C2BC37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08" creationId="{938C9612-6D7D-44CE-B4B9-03F3E71BC12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09" creationId="{EEC9D946-0960-4D3D-87AD-9EA36FF1268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10" creationId="{E5A7ABFD-8878-43B3-B31D-718B9AA9755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11" creationId="{0CB308D1-698E-469B-B0F4-E56F255A408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12" creationId="{B469ECC7-6FE8-407B-B983-3DA04A797D7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13" creationId="{5710A1FC-B299-4759-971E-FD22490B845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14" creationId="{7C4FF130-AD4D-4698-B25A-B91886E4E84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15" creationId="{8391432A-981E-4220-8EEE-46FDBBB8180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16" creationId="{A7B24509-72BF-4A1B-A105-3852F99CCA5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17" creationId="{9D8EB28B-C331-452D-894F-8BF94AE0B43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18" creationId="{D6175617-6335-4A42-8004-F3875139484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19" creationId="{B8C2995F-6C6A-49A8-8E21-A413F38C3CD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20" creationId="{AE9B4586-27C8-4CB9-8449-E3CE0E7AA2A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21" creationId="{62161886-6B0E-4FE2-8F92-463352391F8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22" creationId="{C4B27B13-F73E-4C2F-BCB5-2BF74E200B7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23" creationId="{A3C284A4-2BDA-4769-B799-A5D8E987326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24" creationId="{B2CC04D1-AF10-42C8-B859-A763137CABD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25" creationId="{7179FAA5-CA9B-422D-8A08-64295230D5D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26" creationId="{A47A6A58-A1A6-4E00-91D8-D5416E37650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27" creationId="{BDD71968-41E4-4125-9FC8-B39A73033F3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28" creationId="{9B9F601B-F3ED-4775-BB77-67EC1627DC0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29" creationId="{F32E7143-C590-4EB6-AD95-F8D6F5B2666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30" creationId="{F991EEA8-F369-45E4-84EF-903D9685E65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31" creationId="{0AD06196-01AB-4EE5-967D-E6E33A9E706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32" creationId="{9D24EC50-6D81-4863-88EC-66D009DDE4A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33" creationId="{172C0112-D6E6-47D0-BE77-546771EA7FB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34" creationId="{0A4EAE72-4A1B-4CCB-9FA1-EB33846EACD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35" creationId="{A6213752-DF8E-4306-ADC2-196B4DE00AD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36" creationId="{43A59E68-22FE-4F32-BEE1-1BC79B4E319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37" creationId="{909A8B2B-56CB-4FA6-9B5D-D2961D52889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38" creationId="{59BDACF3-F9E2-4D41-8451-CA0E34EF005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39" creationId="{743F747C-EB69-4929-A2EF-5456BE5D336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40" creationId="{FFFF2F84-83EA-4A6A-9B8A-AAED9688903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41" creationId="{3B0A1ED5-7D11-43F1-9050-B940241ACA6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42" creationId="{B469F9C7-9A52-47AB-89DD-B32514DC788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43" creationId="{241C3D80-3954-435E-82E4-62A3A5ABC43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44" creationId="{E8BA39CD-AAE5-449C-AE9F-E1F26AB0264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45" creationId="{3AD22610-915D-402A-9E00-503BCEE773F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46" creationId="{1024E40A-D121-440D-AAA0-B31186C7AF1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47" creationId="{54A6F08E-286E-4AE0-8B60-CFB7DB14332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48" creationId="{654E111E-AC68-4E72-BFAE-A0822B3AA81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49" creationId="{F6886568-6EAC-41DF-B9A9-A5C1D065001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50" creationId="{03CD80CB-CEF4-4259-B089-8B861C0A383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51" creationId="{8E7A4479-DC2C-4716-9754-1199AFA8A5F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52" creationId="{2BA84CA8-E0AB-47B9-AE85-CE1B61FC329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53" creationId="{DBFDE353-13B7-4DED-86AD-C2ADE49D7CF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54" creationId="{A3762A48-874C-4210-BD6D-79E58D9BB93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55" creationId="{03C132B8-6EAC-4FA3-8AC9-024B7D01764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56" creationId="{B41A0CBD-6619-4307-B7BC-2549FD05DFB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57" creationId="{1201D3AB-0EB1-4E62-B0AD-691E648B9B7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58" creationId="{571FD4CF-F1C3-4AFD-8311-C4A86540719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59" creationId="{9E0C48F9-F27A-4A3E-A1C6-472AAE8EF35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60" creationId="{48A5DF67-9CC6-47D3-8409-419E69E4EDA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61" creationId="{30427DA9-C841-4CD9-A993-1A7EB5DE48F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62" creationId="{3F5C48E0-D5FC-49C6-84AD-BE83243B648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63" creationId="{B68419B5-D299-419C-8A16-2559A208769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64" creationId="{633815C7-AC17-4B15-88A6-199CAFAAEB1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65" creationId="{965C11DF-1680-484C-9378-3B848778395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66" creationId="{E1289F91-C40C-4776-A380-7B51F50E027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67" creationId="{EBD12AC6-2682-45A3-B37A-6395BC0BE02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68" creationId="{F2CA86E4-8CF0-49D5-930D-BCBB10EF131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69" creationId="{3EEEA0F1-B9DE-4591-80B3-A831C031288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70" creationId="{65FE988D-F5DE-408E-8F16-215ACFBFB09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71" creationId="{DACF5243-7414-4A97-90E9-19ECDCD23A8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72" creationId="{7472D1CC-1C82-4FD4-9DDF-DC2D4163EE6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73" creationId="{A59EB802-4A10-466C-A006-C72CB71568E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74" creationId="{80AA6207-2236-4C42-AE72-ABF18A02E92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75" creationId="{10E9D52D-F593-4E4A-95A7-050B9D16DF7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76" creationId="{7A5BE6A0-550E-4659-8953-0A9ED9F4DFB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77" creationId="{250D0660-3A02-4D54-9F38-B599D2B0B1A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78" creationId="{066CF476-9B67-44AC-91B2-AB53DDEF2DE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79" creationId="{FE1E92B7-B7C0-47B5-9FB0-4DA60ABAA82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80" creationId="{A125A627-BAC0-446C-882E-446573864D4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81" creationId="{818C840B-B0AC-4890-8377-69E44005D88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82" creationId="{75B6DC2D-E54C-4559-B537-9970F2F23B3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83" creationId="{1086040E-6678-41D9-92E2-452F8B99EBB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84" creationId="{42625011-B262-40E6-A04B-68492002E32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85" creationId="{72554805-DA05-4ABE-9EB5-FE2FFC1EF2A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86" creationId="{C4708938-E62E-4291-A50D-3A827BFFD5E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87" creationId="{3B48C258-7DCE-471A-BC49-F59657EAAF4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88" creationId="{DA91BB36-61FA-44A5-A65A-D31C532BFA0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89" creationId="{3A6CEE3D-CBDF-4D11-82AD-118098A860F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90" creationId="{69FC06B9-A55F-47D0-8FDA-52E24F01D03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91" creationId="{E3580F79-CF09-4D75-9965-DD83CBFC5B8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92" creationId="{95ED07C4-B009-4E72-94A9-AC3436B89E7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93" creationId="{C03713FF-99C6-47CE-B69D-E091D25E725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94" creationId="{61C137CF-8B86-456F-9F71-F05265861AC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95" creationId="{9C87087E-BBD8-4536-ADC8-D57C95DCFAE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96" creationId="{F72E1936-3261-4B7F-A1AB-FF92E276C81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97" creationId="{365981FA-052E-4E1E-BF20-BAB94C50B1C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98" creationId="{BA49EA41-B641-48E0-9D82-8706FA116BD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799" creationId="{664F8434-BB11-46BA-98DB-2A0FFA344B0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00" creationId="{E9693902-27BB-46D1-AE66-DBA433ED5AA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01" creationId="{1514813A-EE59-414E-83E6-D2ADD5AF4B9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02" creationId="{83636294-2476-41CD-BA1F-AF97B8CFBB0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03" creationId="{50C7E1EA-5EF3-4900-8067-4D7B13E2F7A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04" creationId="{744C2A75-9254-4EAF-9194-DC20C2D8888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05" creationId="{A4FC4441-3BD3-46B1-B1E3-E477CE60C49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06" creationId="{B5FB4B5D-ACB6-4107-914C-B9B8AFEFC98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07" creationId="{4B708085-415E-4BCB-A123-E43D95C4645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08" creationId="{64095169-E4AB-47BD-AFC6-14BC6B4DBC5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09" creationId="{7A69EEDF-6D83-4CC1-BB18-4D15EE4FD30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10" creationId="{30BBF036-6695-4447-A352-66212FD4168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11" creationId="{301BA50B-63B4-4BE3-884F-DF184405214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12" creationId="{D0417118-696B-4FD9-8DFB-B41E71860C8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13" creationId="{C53F6F99-6066-42FF-B0F0-12C98420EB9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14" creationId="{0326B809-63C3-45B4-AE64-99830EB82AB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15" creationId="{2CE3F55D-EEA6-4279-81B5-8EC8D800FA5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16" creationId="{96030908-4DDB-43CF-9463-7FE0CDDF641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17" creationId="{476D343B-DA22-4321-AC34-552CD7FCD9D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18" creationId="{B7A737AD-6EA1-4FF1-ABA4-574F0187498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19" creationId="{5128F00D-05B8-427D-9894-39D65F7F8BD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20" creationId="{A614C860-46B0-47C3-9FC1-0CAE7AE9251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21" creationId="{309860CB-EF1E-4DBE-86C0-8D0D366B493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22" creationId="{5FF989EC-E1BD-4D2B-89AC-4F5654C66BE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23" creationId="{5677FD82-27C2-4758-A38D-AB65783E197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24" creationId="{41EEC702-35A5-4FBF-A903-F2168454D40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25" creationId="{615286B9-FA3B-4BF3-A549-3DB863F79D8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26" creationId="{81EC700D-3B0C-4B9F-9F8C-3FF5E959900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27" creationId="{34D15419-E0C5-422A-852F-76BDFA75056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28" creationId="{6857B2BA-BD4A-49E2-B858-062762B6CF6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29" creationId="{29594F5F-795D-4D7B-899C-24002C94D4A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30" creationId="{6C62EB40-3F46-4CC4-9886-6AEAD1A386D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31" creationId="{606CE7E0-129D-4BD2-BB44-392A3DF0CE4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32" creationId="{72885A58-445C-479C-9BEB-8893D12FD0E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33" creationId="{4B620FEB-B4D1-40A3-91AA-BE9EE657D3C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34" creationId="{5F8B1C30-EF30-42DF-AC66-60EE5F68FB2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35" creationId="{986F1706-35C6-46F9-9A16-6CD106623D8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36" creationId="{A580DBF4-1D29-464E-96D9-055F09097C3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37" creationId="{AFEAF960-346D-4669-B69C-B728AB4D04A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38" creationId="{D744ABBE-0313-4556-AB93-4DF764CE0EE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39" creationId="{20627965-5ADC-461B-97CC-804B341949D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40" creationId="{017C4AAE-9DF3-4771-B4BF-E087497F74E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41" creationId="{9368F1F6-B181-4FB8-980A-D394D04C306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42" creationId="{9A7D0895-4E5C-489D-A260-B1F2AC36CB5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43" creationId="{E4BAB0B1-034C-4BF1-8B5A-498CF62C099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44" creationId="{2278E553-132C-4A62-811E-80E6CD26673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45" creationId="{AF569168-EE37-4AF9-B54C-80812863FC5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46" creationId="{537263DD-27E0-495E-A205-A1D608FBE75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47" creationId="{ECD253B5-D431-4DFD-9161-1AF1273A240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48" creationId="{9E56D1F2-8C0C-4586-9354-B31F0738856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49" creationId="{FC582F84-2908-4E11-B262-2FA4E0F7147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50" creationId="{6AC91821-CB20-49B5-AF25-FD26719CFBF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51" creationId="{CCFF870E-A30E-4C51-B3A9-43AEC436FA3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52" creationId="{BF49D82A-661E-4102-B2AF-9A0892CC25D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53" creationId="{0CE72DF2-C133-470B-83AC-7F053343492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54" creationId="{89C67987-F34E-40C0-A82A-54237DC456A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55" creationId="{9F5A3A90-6BD9-4A4F-ACE6-5E61CE7C8B5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56" creationId="{A50724D9-2F2E-4DC0-896D-6F4EFC89E9E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57" creationId="{6C453082-D07E-4EA5-B331-D27BDF2E0ED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58" creationId="{9BEFED67-AF0C-4B88-8D79-A664352A648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59" creationId="{8CBC8EC5-E2B0-4EE4-A067-CDDAA68AFDE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60" creationId="{54F60AC9-1436-4621-97AF-0D571C43051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61" creationId="{F8E3DAC7-B3EB-4A34-AF4D-0511545D847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62" creationId="{B44CE330-CE6D-49E4-8A17-77BD210E2E4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63" creationId="{3F7C8C13-A32C-410E-9D37-E56EC64540B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64" creationId="{B7A14195-2E73-4B5B-812E-148D6B19AE8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65" creationId="{D4202300-7B32-4767-8E36-AFCE59E99C3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66" creationId="{F7771537-7318-450F-B7F1-7A96376312F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67" creationId="{6535C4BF-BB29-419A-96D1-01CC0D91727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68" creationId="{4425FCBC-C1AF-41D8-A676-575AEABBF9C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69" creationId="{0665FBDA-44E6-4AA4-B7D6-E3F603710E6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70" creationId="{28D2CB43-C148-4499-A57E-7133763F49D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71" creationId="{9AD6624F-23F5-413A-856F-6BE9C8CBF54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72" creationId="{5C2B5084-2808-4395-ACFA-7E7E7A19109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73" creationId="{97A207A9-FFB8-4A4A-9E95-9D2230C38CE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74" creationId="{3F53C24B-CE5C-482D-BADE-2BF4CC3EBB9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75" creationId="{703C97E6-A0AD-49EB-9C0D-5CCDF07F670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76" creationId="{A6E9E33A-F94E-479B-AE4E-F7FB03FCB2E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77" creationId="{13F78905-8BA4-4A4A-A8C6-6DB93092F31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78" creationId="{503C83B6-7344-4FD6-922E-18FCB84A165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79" creationId="{6C89EC24-CD9A-4E67-8EE7-B96800A86A9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80" creationId="{A2C6CDCB-30F3-4A64-A8E7-FE7FEA7BF35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81" creationId="{D9AE94F4-ED85-4B17-9974-59A683FE4DF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82" creationId="{4EA3A9C1-2E9C-4940-BAF5-D396411C16C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83" creationId="{B3AF4D32-D14A-4B9A-91DA-72C03D85982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84" creationId="{69B36722-1C3C-4EC9-B37A-54A77F59D2F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85" creationId="{85056B3F-5777-49B0-AE9F-80E77F96BCE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86" creationId="{2EBF33CD-6395-438A-A3E1-04B1E40CC57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87" creationId="{D957E913-670D-4C54-AB42-E635F8BAE2E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88" creationId="{77CFE5D3-74A5-4286-BAC7-B93B5B44CD3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89" creationId="{B6C246E2-060C-4606-9E80-50B4812563D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90" creationId="{D614711D-3FF3-4D17-BA2D-38111B72EF7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91" creationId="{977D1069-90DB-49C3-9F53-47F26764280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92" creationId="{20DDFED0-2C6D-4F48-A24C-6E4898E21C5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93" creationId="{0EAAC9F6-FDD6-4CF7-95CC-A42B912C8A3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94" creationId="{84376BDA-DA86-4F30-9273-4F3953785DC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95" creationId="{DFF49036-B83A-4634-940A-5462BD8AA03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96" creationId="{35A186AA-1E2F-4ADD-874A-1AC67E39F3E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97" creationId="{F435F789-29AE-4720-BAF4-2BB8D673891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98" creationId="{58DD0A3E-7759-42F2-A9B3-0FDA5D3B3A1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899" creationId="{BCB727D3-E01C-476D-85BD-E1FEEFF3F64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00" creationId="{55602D52-F7AD-4106-8387-D3836C1A017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01" creationId="{B92F59FC-2854-47F3-8DE0-58F4C3D66AB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02" creationId="{651759B3-C2DA-46AE-832D-C891BA95300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03" creationId="{48D9655C-B6A0-48EB-BC26-9A3AEBE4AF8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04" creationId="{FE18EE8D-065E-4856-8CD0-C0C8163200B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05" creationId="{621CEF89-F3D5-46F2-9550-CD047E6FCD6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06" creationId="{5E480068-17A6-4F3F-BE76-961A701CC34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07" creationId="{7FC1AB85-E333-4813-8F1B-7BCC26B5ABF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08" creationId="{B4F3564F-2A5A-4740-A318-3E9466934B4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09" creationId="{0FA597F5-17A1-4623-ADC5-46F24582E69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10" creationId="{3ACCDE80-E340-4827-88B3-B5C66E619CC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11" creationId="{F958A25C-0BB0-407A-B01F-D6497CA20BD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12" creationId="{E6180E3C-ADC3-491E-A481-AF57CE6654C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13" creationId="{DA662BC9-9605-4983-9160-2FCC36DC970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14" creationId="{F629784D-6B27-4D2B-9CCD-9CBF3C1530A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15" creationId="{E8CA85C8-1A16-400F-9139-83DD341D050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16" creationId="{71B68DFC-447F-4D91-B420-0F9BCCA94D6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17" creationId="{6D4D6977-2EC1-41FE-AFFE-004BA3A375B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18" creationId="{431EF456-DFA1-4CBC-9819-59274578BC9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19" creationId="{AE3C8B40-C04E-46B6-B5CA-856E22F1394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20" creationId="{96E8F4F7-8876-42E2-8A7D-BD2F115CE01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21" creationId="{7B3E7078-D1BB-490A-BE6D-14AA4DC4642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22" creationId="{4857DB52-24F5-419A-A500-89C7C2445D0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23" creationId="{CFF1EDC1-FE56-438C-8F60-F8E0BE7D495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24" creationId="{5507F295-BCF3-4FE6-B55A-69AD5F016FF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25" creationId="{86024D1B-53BB-4756-BC74-6E571A33F16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26" creationId="{05602D69-3C22-4ACF-A667-B195FCF7248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27" creationId="{197C399B-4562-412B-BEB0-59F5F38DF3A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28" creationId="{9B2B812D-F01D-4D3D-BADF-43B18978803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29" creationId="{C56866D0-21BD-458B-BF0C-1C14C07805F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30" creationId="{515BFB71-26C5-488C-B4AF-08FAC3D3E98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31" creationId="{839A5DD9-53A6-4D98-9311-F1260FAFB73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32" creationId="{7B55706C-C1A7-4A3A-97A7-CB7D90CA01F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33" creationId="{7F276574-82B0-4E49-A47E-A7971F0EAB8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34" creationId="{AFD8762D-EEA3-4103-95E8-2D199AE8FE2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35" creationId="{B12E7F15-C82C-4E3A-9012-B5456999F6C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36" creationId="{EA2BF6C4-62D2-4036-892C-81BF9E29B2B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37" creationId="{AECC0018-DF33-4FFE-9101-CEEB80F7C4E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38" creationId="{A2F3B20A-6164-4535-B493-53D09F9B043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39" creationId="{80618D7F-967E-419C-AE39-152BDE13606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40" creationId="{A3028915-0476-4934-AA48-4BCA7AB620D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41" creationId="{77F41FDA-8057-4686-96E3-90F8276E99C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42" creationId="{475899CE-B27E-4CF7-99BD-9526E92FBE7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43" creationId="{A71C7DD2-0F3D-4882-8358-31CA97845F7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44" creationId="{9A644DC7-4A62-4058-B7AE-96D497C9588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45" creationId="{12BA0D0E-041F-43AF-86C9-20376D59EA2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46" creationId="{30FC2BA6-C11D-4C3D-A3F1-E12FA0F4C6D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47" creationId="{37250555-3CD1-484A-B3D7-0B1489B79DD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48" creationId="{2A017B23-F587-467F-8813-9D405B8F105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49" creationId="{AA5885C8-ED22-4858-B491-211AC5135F3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50" creationId="{D4C2BFAE-3EEB-4AB8-BB85-47FB846D504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51" creationId="{BE652EBD-CE13-4C9E-8D75-25C499E5DD0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52" creationId="{6576C368-2537-49E9-9529-02EE5C5D115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53" creationId="{67C49908-4A3D-48EF-9999-C49F210FF27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54" creationId="{09545F23-82C9-4BE6-AE90-7FD086F62AF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55" creationId="{69ABC781-C04F-40F4-8D14-D0F4FCA8C67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56" creationId="{9C8374AE-D674-4D2A-8C99-135D7F07F30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57" creationId="{59751956-2519-4781-8B2D-F1B1769A758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58" creationId="{429976F0-94B8-4F85-9D39-32D2DA743C2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59" creationId="{F10637DE-3CD5-4B72-AF77-9EB970AD370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60" creationId="{9B5AAA69-370D-4CE5-B74A-B0471E5C20F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61" creationId="{679B589F-0B94-4795-B6A6-F92F62740FB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62" creationId="{561B8C09-7B1C-4574-BC45-21068DF89B4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63" creationId="{A156CE2F-473D-4F56-A711-18219376E9A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64" creationId="{5F879885-0F2C-4A67-A0B5-F3302F8CD50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65" creationId="{0EE4D11D-2779-4FDF-93FB-AE16B7E7D1D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66" creationId="{707DE74A-3C7B-4607-AC41-EBDB074BE65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67" creationId="{AB52F456-64F0-4B3D-83A7-140C26FBE6E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68" creationId="{2CD65E8B-FC04-4950-8512-6A2CFC6EA08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69" creationId="{2F2B9C98-AD9D-41BB-88EF-E5CC29D0970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70" creationId="{8A654999-2061-4DE5-B4B5-88BC030B17C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71" creationId="{90CD89C5-F68C-4437-8C1B-642FCDECE46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72" creationId="{C7775396-FA7F-4932-9AE9-8EE8CB35990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73" creationId="{E15327FB-D7A8-45AB-831B-1D749B3996D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74" creationId="{4E420F53-C44B-4D24-91A6-8B35E0F07D4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75" creationId="{FD59D78C-291A-4203-9CCC-9A1F97B5E37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76" creationId="{1B260CBE-F2B2-4262-969F-0854C654A80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77" creationId="{85BC8AA1-17DD-4D08-A3E2-D5BE2E239BC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78" creationId="{01DAAD40-52E0-4AE8-9615-DFA2EE019EC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79" creationId="{8212070B-1EC9-4853-ACA0-B45C68D584B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80" creationId="{D990236A-E723-4121-B14D-4CDD9849025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81" creationId="{E78A6726-DE55-4F5F-B9C8-30513F2BD19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82" creationId="{D23EBD1C-CE35-4794-BB13-6BDE7D20368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83" creationId="{716F8935-9C2E-46ED-AFE1-914149B022D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84" creationId="{05E0D6DF-B0B8-472B-A977-8B3593D1099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85" creationId="{8EDD06B8-779C-47A3-9BB3-36B070A85A9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86" creationId="{F24353DF-8BC9-48FC-BB5A-CE5E88F27DE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87" creationId="{416E1B95-ADBA-4E44-88C8-54CFD35B2A9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88" creationId="{487760C7-1B92-4E29-91B9-B0BFC6BEBCD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89" creationId="{BFA4CC89-E3D0-4FBD-AAE6-E9846CF3711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90" creationId="{7BE85362-5145-44E2-938E-9D78D563C04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91" creationId="{E2477359-C985-4F41-91B2-591A73804B6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92" creationId="{DA77C9AF-5FFF-4D4E-98CF-86AABB1474A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93" creationId="{EED249F6-D72F-498A-AD33-81AFB3026A8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94" creationId="{7FEFDA69-B8D8-4FF7-AAB9-BEB66EC7419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95" creationId="{117022E9-C726-457D-B855-9123E57AFA6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96" creationId="{C51F4444-15DE-4A69-BACB-7CB867B6014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97" creationId="{9A9CF207-78A7-41D4-B5DF-88EA36E588C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98" creationId="{E2EE5112-6CB4-42CE-8F4C-D8AEE0999AE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2999" creationId="{FD8C68B4-51F5-41A7-A14F-E3BDBC9D8D3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00" creationId="{212CC339-A5FD-4E4C-B73A-ABABC8E6DA8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01" creationId="{BFE563B3-DB19-4460-8401-76A028825E6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02" creationId="{235B45B5-0F86-4CA2-935E-D5E2175EC18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03" creationId="{C2F00EBB-3CC9-46C2-8956-ABA47A771C9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04" creationId="{4BA15268-9FDD-4B5C-8501-0DB19AEB74F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05" creationId="{6CA32053-360B-4887-B5BE-D0AD7C61914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06" creationId="{D3C2D6C4-2F7D-44A6-ABB9-0E15B897D06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07" creationId="{6DCC1EC1-D570-4FBA-80BA-F54FA974A72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08" creationId="{3A340509-08D2-4D22-8322-61E493E9B6B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09" creationId="{8A8B3A37-65AC-4BD1-AE8A-4767CD2B6EC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10" creationId="{D800CDE0-A251-4911-B042-861862F8786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11" creationId="{13F1DA3D-5A1B-4BD7-BC79-FA4158F8302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12" creationId="{CADD9610-9EC4-4949-AC50-FFDBBDD25D3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13" creationId="{95A95A05-0D7A-4108-9DFA-EC7E0F713B0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14" creationId="{47D81693-F4F4-49E7-8891-6C4B0351953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15" creationId="{274EA6E4-9763-4A54-971A-F3194F02DF0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16" creationId="{22626AF3-E469-419D-B5D5-7FC2E71448E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17" creationId="{2514D475-B956-421D-B3F8-52B645D44DB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18" creationId="{9D05578D-5425-4978-9639-996D06B9C4E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19" creationId="{E411A989-A8F1-45E9-B4DA-562F6D1871D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20" creationId="{4BE540D1-2E7E-4404-8E13-0F1AF8CCD6B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21" creationId="{439C7696-D9F2-48BE-A6FC-18EDA23BCF5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22" creationId="{59EADB55-AF8B-463D-A6FC-31FE88EF35F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23" creationId="{A3013AB2-4E74-4250-97D9-A10E1C8BAFC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24" creationId="{D689DABF-EF18-4EFF-B003-AC6EB3D17E2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25" creationId="{A2090E49-CD27-4759-A50D-38911C61469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26" creationId="{F92ED5BC-7D97-4779-878B-4C90BEC40B6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27" creationId="{3907E304-41AB-45DA-9430-C316B793535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28" creationId="{11F09C65-C5BF-4789-AF18-5F85932BDB4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29" creationId="{5FCA68C3-701E-4A86-90AF-7BE44C4D195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30" creationId="{6637DC76-ACA3-4195-9249-25F8B7DF8E3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31" creationId="{E448A30A-BEB3-4FDE-9C03-A3D8EF5CAF0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32" creationId="{63EC1DE1-6025-47DA-8EEF-CB6955E6ABF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33" creationId="{388BEACA-0142-46A8-846F-E2F04F2621E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34" creationId="{427774DC-49A4-4A64-ABA5-BD89B30AEC9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35" creationId="{8746F208-63D1-4905-AE7E-14E9ED58A6B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36" creationId="{97236977-34AC-4D3F-951C-EF04BE830C8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37" creationId="{5C963EE8-FC53-4986-AF43-E01AAD0B708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38" creationId="{7D8A71A4-926B-4771-9457-F1902C4E233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39" creationId="{B7A83B14-49DD-497B-A861-A2C689C5B25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40" creationId="{C00F3C11-84CA-48A9-9D10-E8153410EDA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41" creationId="{CE457409-9961-494F-BE40-5153C10FB99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42" creationId="{31E4F74A-52AC-4537-B18F-C0FBC6764B2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43" creationId="{156A4E12-B9F7-4A84-BBD9-00501333F9E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44" creationId="{E0F1D5A3-9A80-4F8C-B212-F176554787D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45" creationId="{509CC185-B4E8-468D-BACA-900AD3B3231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46" creationId="{9690A719-4E13-41F4-B1F5-6E9C4AB0AEE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47" creationId="{D8604889-CAE2-429A-A308-0A176C8158D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48" creationId="{C80A7109-30A6-4B8E-8850-98DC3803C41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49" creationId="{2D6F6BF6-58AA-4474-AA62-756B4D8BE20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50" creationId="{85AEB81A-3F68-44D0-8A59-A1DAC9FC6AA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51" creationId="{D867A2C4-0953-45FC-B208-A4B63B8801F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52" creationId="{2CCFDBC1-6515-4B43-9B4F-427E58FD21C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53" creationId="{0C88A8ED-7931-4E1A-81AD-920C89873B3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54" creationId="{6C81C8D5-72B9-4653-80DC-D91EB7B518E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55" creationId="{B078E2A8-9859-471C-8271-65BB2DB348E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56" creationId="{82C059F8-FACD-4907-A72C-5AD84D7B647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57" creationId="{268AE14F-508B-49A4-9DEA-D1BC8D02A8E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58" creationId="{F64B1A11-B847-41F6-AB92-10FC33D5CB7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59" creationId="{EF2EBDAE-390A-4AAD-8094-37304AF9854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60" creationId="{127187E8-D1D4-4CFA-975E-99244FE857A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61" creationId="{0596D370-D64B-4565-883A-076A2E5455F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62" creationId="{67D88475-57FD-423A-AC65-09F00495B98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63" creationId="{1C058111-E06E-4364-A22F-CD48A2A4830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64" creationId="{EC6ED83B-5BA2-4B08-8AA1-6832B7F85B1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65" creationId="{CBE42F09-58E5-4006-83DA-25E4265D4F4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66" creationId="{B8B1068C-350B-4FA0-A282-F168E87131C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67" creationId="{429E4C73-E665-4CCD-B9A2-5F6A45A9041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68" creationId="{9DC72ECE-EE3F-4D96-8AD5-549961DE539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69" creationId="{84E28A11-BBC2-44BF-9BD2-73F988B9BF9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70" creationId="{EAB1FD4A-6679-4AF0-88E8-3D0B9F5CF1E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71" creationId="{546C00FB-6351-47CB-95E5-DB029DFF76C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72" creationId="{CCF86134-05AA-473E-921F-66AA673663E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73" creationId="{4D40D7EE-64AD-48D8-9543-C75FAC091A0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74" creationId="{39F8C588-F819-4DCD-B6A4-7CE6C5A25B9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75" creationId="{16C032B5-F5DE-45BE-84D8-A4C17643AB0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76" creationId="{FD8331A4-6229-4C97-A0C8-E1B443E0B87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77" creationId="{F9B0BD6D-22F3-4D3D-8225-B05D462E9DE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78" creationId="{BAC13DD6-7DF2-44AB-AC9E-7CC6EC16786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79" creationId="{FA394E38-806F-47A2-9F5B-7C5EA04B6A9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80" creationId="{3E121D58-8FD7-4079-976B-41E3A4EA469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81" creationId="{D0007C98-3157-48DD-ABC1-A7E45C49780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82" creationId="{A3FACDEE-12F4-4801-9E7A-19FE82DF527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83" creationId="{F29469C5-3535-4E00-99FB-BB2EC26EBE5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84" creationId="{092B6A63-37B1-4569-A3A2-454C26E0276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85" creationId="{7E382D79-3571-4269-8458-BE61B1BB74E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86" creationId="{FC38D420-B321-428A-AB08-4328A06B121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87" creationId="{AB9BD14D-329F-4E2E-99C0-B6E680A39B8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88" creationId="{29416ED1-6F9C-4BCD-8AC5-F061DCC9A40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89" creationId="{FB6CC61B-0CAD-4112-94F7-E0F6106E38F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90" creationId="{27095163-E73D-46B8-96F3-EC37EE7C996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91" creationId="{3EDC5267-5DB1-4BC8-BC6A-D90EC61A6B4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92" creationId="{B78F55EE-EF38-48F3-9FBD-54A0BE74CA2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93" creationId="{522330EC-0D47-4A62-9A9B-C6C765FC794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94" creationId="{2348761B-C8B8-46C9-86D6-59C007D4C28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95" creationId="{5FDFC113-DAF9-41B9-94A8-745896C82D1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96" creationId="{EB314322-9852-4CBC-AB80-09E65AF8C83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97" creationId="{C0EB58E2-7333-4562-9E54-F5360C19E9A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98" creationId="{396171AB-EBD2-4362-8653-1FA0CD92FD9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099" creationId="{C5D434B9-22AE-4699-9059-9FDF5FB8372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00" creationId="{4340C629-D110-4227-83A1-A69D658623B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01" creationId="{1755E3F7-130C-4536-A607-DCD4FF720EF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02" creationId="{58D0BBC2-7668-4AE3-A6D6-BBD24CAF2B9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03" creationId="{83CD56FD-74E2-47B2-B585-D0D3048BF7C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04" creationId="{C5C7DAB1-6A06-4628-91CB-C2ED6AE9F23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05" creationId="{C3645D69-015B-479A-8372-4F31A67F4E6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06" creationId="{A0E656ED-5343-4FFB-8120-421DDAA2FCE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07" creationId="{A7D1A175-0D44-4E3D-BF62-81EB1E83D10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08" creationId="{0ED866EC-8C76-4405-B95F-A279CAAE5AA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09" creationId="{36359F62-53A0-4120-AB4C-E349062F254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10" creationId="{AD6402EC-6A90-42AA-AD4B-98259E023BD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11" creationId="{9EB99728-C890-4DAA-AC04-A5D00DF72F3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12" creationId="{4BBF3A1F-619B-45BD-9E87-C384E8A5B3B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13" creationId="{A6B45F77-FDBC-4C56-847F-0649C7A4A36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14" creationId="{D062CE63-C876-46E3-8F64-B04D9E07FB5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15" creationId="{7E18248E-B4F9-490A-A142-FB92D08CAA9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16" creationId="{B21A55AA-2770-46B6-8A50-826A49DE8E1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17" creationId="{760811B4-8456-470A-9F57-EAF0C439B74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18" creationId="{1DC674E5-B664-40B1-8BE0-BABE9717023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19" creationId="{ECA9035B-0732-4533-BC12-A32AC575FAD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20" creationId="{C2640D0D-1050-485F-8390-3538966CF14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21" creationId="{8DAA1C91-05C5-48F8-96D1-C3DC5ED2CD8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22" creationId="{D72E4E8F-EDB2-4B0A-8318-AA2F38CE3B8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23" creationId="{5790758B-81C0-4360-8DBF-8C488EF4438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24" creationId="{4F179BA7-46B7-41AC-98B3-5AE005DE8D0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25" creationId="{05003C68-F132-4689-B189-7307BEAF083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26" creationId="{91253E99-BDDB-4CC0-8D5D-25507DE210F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27" creationId="{9F0BE63A-5FD6-4B40-B6F3-8F92A1AE04E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28" creationId="{A725774D-442F-4E77-8595-284281954C0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29" creationId="{4B26D470-3F02-48E9-8FD1-559FD6A9E20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30" creationId="{B7A512F1-4A6C-409E-BF97-C42947F64AC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31" creationId="{8CE37A94-F170-429D-A53B-F242A5D4866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32" creationId="{9E4419C9-4B9A-43CC-B416-5621A1B20CD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33" creationId="{5E0B5F26-1A64-445B-9542-A2A02A82AB7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34" creationId="{B1FE462C-4F22-442E-851C-198B31A6D5F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35" creationId="{1494DCBA-F692-4EAD-81C5-0CC3BAAE291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36" creationId="{A3080A74-670A-418F-BDD8-7975B033176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37" creationId="{89F1B7D4-5CD6-4BF2-9463-9AB5A8AB675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38" creationId="{19B45EF1-5FF6-4234-9627-DD52A61A2D8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39" creationId="{EEA75DD6-5231-455F-990E-77AD6A0F4E4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40" creationId="{283F7A85-E7EF-4E5F-B7BB-8B04BBC83A3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41" creationId="{A3DFDF70-951A-4DC0-8708-F5188091502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42" creationId="{A7718B64-E95A-4AB4-9D40-7A6EF499760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43" creationId="{3C4143DA-1489-4BB5-852F-35D2CE42178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44" creationId="{435578AF-0E03-4E8D-9766-4191BA614AF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45" creationId="{B8324B83-475E-4C75-9B47-F5E6665B7B9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46" creationId="{8D7DF05A-ECFE-48D0-B731-EC707B8661D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47" creationId="{5BFF4A3F-FEAE-4C5B-B7EB-1F8C94CF9D9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48" creationId="{A18F5802-BE78-47B4-8898-D4FC44A4E36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49" creationId="{64442B62-71BA-4A01-AFD9-471A4A8DE03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50" creationId="{1EF7092F-DDB7-480A-BEDD-E238373BB4A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51" creationId="{980B4F08-F91D-435F-8B88-56F00832FBC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52" creationId="{CF978C12-1ED7-4DC7-A8BA-52B4941F90C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53" creationId="{90054640-F327-4FC9-9187-1E989379643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54" creationId="{3BFFF11C-F511-41AF-9CC8-50001AE211C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55" creationId="{3E410EC4-7DDC-4A87-8C66-7D50191DC4A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56" creationId="{27D28830-2F39-435A-BFA9-295745D287C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57" creationId="{95F7FC37-AE96-47A9-BBE5-C87DFF2D108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58" creationId="{DA559085-3B15-4D90-90CA-2A0C726AA20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59" creationId="{872CA9F6-4960-4FCF-81ED-E962E460DB2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60" creationId="{8FFD3AEF-BA03-418E-850B-19D1F64BEF9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61" creationId="{F79A2976-E3F8-40EF-AFA5-C3B8D1E34CE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62" creationId="{C5CB92E4-B235-49FC-8A76-ABC33C3E073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63" creationId="{39B0937A-D628-4129-9616-5FECF1F51BF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64" creationId="{0DFBAC9B-DF21-470B-9D8F-E5B69C4C0A4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65" creationId="{2BDE59B7-ED51-45B0-B701-AD0BFEF6202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66" creationId="{7FB6920A-821D-4562-993F-A4E54A952E0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67" creationId="{85E1B09E-13E4-480A-B6F3-0E40FAF2019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68" creationId="{A868A704-5A4F-4440-ADFE-461957ECBE2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69" creationId="{6BC103B7-1AD8-431B-84BA-286BF868589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70" creationId="{71B0BEFC-7EA4-4EAA-ACF1-11813FC4709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71" creationId="{9A1B4B74-29C2-4A0D-8A02-27AEE53A87D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72" creationId="{8F99C718-34C0-4C0F-BD85-834B1B81AF4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73" creationId="{1604FCA0-60F2-41ED-B5EF-6379E3C303F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74" creationId="{F2719613-BAEC-40EC-AA88-31C431CD983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75" creationId="{9CD27DBE-124C-4EA1-A83E-F4BF454A3AF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76" creationId="{FF4F5304-8D5B-4CD6-BF6C-47162868A2D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77" creationId="{A9CDEA45-439A-49B3-839A-DCBDA5DF65B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78" creationId="{8ED75CE9-9B3C-47E9-9BE2-98C047A7A96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79" creationId="{4465F772-D0BB-4BB1-ACEC-9A307475FA4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80" creationId="{7AB2A380-7AE6-4243-81BF-4C0C2BEF309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81" creationId="{C5D27D23-82B5-4C5E-95A7-56664827A65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82" creationId="{50B162E2-2A87-444E-9D49-E2EAFD69CBE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83" creationId="{3CE37EF5-C6C6-4045-92EA-3A2306FAAF8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84" creationId="{145174B8-54C5-452C-BF0C-7FE54CACB87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85" creationId="{5865C51F-1285-41B7-AF2A-CF01721E000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86" creationId="{8AA12A14-BAF0-4F56-800A-AEAFE1B1ADE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87" creationId="{7A81B87A-4EE4-48D7-817A-87017FE6271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88" creationId="{FDF72E4F-FE4F-4451-ACFB-FCFDCDD61A6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89" creationId="{EA2138A6-90FE-40AF-B6BA-DEB54C75CC3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90" creationId="{071C820F-285E-4A93-88FD-222268FF6B1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91" creationId="{FD3FCFBB-82F7-4B22-93E7-60E46082903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92" creationId="{52874CD9-6037-4752-98E7-399A5A2ACD9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93" creationId="{D3D6CE76-26E7-4CF6-9704-FAD878DB23D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94" creationId="{E4A190A8-6884-40E8-90E1-2E1A92C9273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95" creationId="{65220C1C-562D-413B-AC77-A59A50FB79D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96" creationId="{D37BB375-2F76-4218-853B-5C7FB2528DB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97" creationId="{1CE2C3E2-04C4-4476-B23C-205F091F3E8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98" creationId="{85E6B2E9-7CA1-42CD-BD47-88021E71FA4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199" creationId="{B180F095-99D8-4691-B9D8-23E1E00BD2F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00" creationId="{D3CBC26C-8853-45DC-B2C7-7B0F2BFCF4C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01" creationId="{373FD374-65B7-408C-AF7E-EA6C8CBAFDA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02" creationId="{DB96F2D6-8AE4-41F9-BD71-B2B7802560D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03" creationId="{46F08982-63E1-495A-8488-53CA0328F9F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04" creationId="{5094A0DD-980A-4801-8FF7-74B3B1A96A1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05" creationId="{D1F7EDD6-5145-44AF-BD0C-8149BD4EFB7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06" creationId="{812377A4-3360-49D7-A8C4-DBFB65D769A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07" creationId="{5E0663DD-76D2-41B1-8408-4383254162E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08" creationId="{B4420E42-485D-4BAB-837A-394676616C2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09" creationId="{D06B9F46-D1AC-4E29-8244-D391483E69B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10" creationId="{D8F1C0E1-5408-4C48-8D55-1117889790B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11" creationId="{DF005EE2-24AE-44B2-AA34-D5EBC7BDC73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12" creationId="{8B9BFED0-C76B-4CF6-9606-A41BBA2F7FD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13" creationId="{E99403C4-8E13-4788-BD3F-77A5F789366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14" creationId="{EA44E008-24A7-4FB3-8A1F-FBD69BB6232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15" creationId="{15222671-CAF6-4A24-9624-E640BC83F31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16" creationId="{B488B0CF-16FF-4864-A98E-FF34A303EA4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17" creationId="{D9BB6E80-944E-433A-8ABB-0421AE71062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18" creationId="{E77C19C6-23A0-4558-A808-3ED859647EF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19" creationId="{0E32972D-5F86-4B87-ACE0-6448BDBD685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20" creationId="{73CB409B-AA77-40D0-A194-6F59CF04B27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21" creationId="{DB1DD8FB-230C-4571-959E-915EF92F0CC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22" creationId="{9C964942-DDFE-4DCB-A318-84BFF10A357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23" creationId="{33E25597-0DF7-4623-89EF-9A4E8E51F6C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24" creationId="{D5D8074C-90F6-4E87-937C-54D23A1D4D6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25" creationId="{67F33B41-327E-4CA4-B742-C92617F328F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26" creationId="{B3265951-F279-47D7-BF6C-62EA30930F9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27" creationId="{161B67E6-F603-4345-A285-DD1AEF9E5E0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28" creationId="{6BC7D3E1-F6A0-45FF-A35F-02E02020E07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29" creationId="{72238B28-E931-4265-A2DD-C28E960B8D0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30" creationId="{A0829F39-29EB-4AD4-A9B1-225B1844DD5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31" creationId="{069384BB-90BC-4E14-B8BB-AE96E391D8F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32" creationId="{CB06B6BA-16A0-4D70-B2A4-8696B6BC536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33" creationId="{D97E81A2-D3D3-4056-B6F7-73FDD647F50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34" creationId="{2220B26E-EABC-48A8-9083-3F0B2CD89C4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35" creationId="{184BACB9-8821-43A0-846C-B387088342D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36" creationId="{84877F18-5C70-49E8-AFC1-11E19450527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37" creationId="{B02959E4-F6C5-4154-99B5-3A718E529D0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38" creationId="{2045BA92-75C8-4565-86B0-5CF0349F352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39" creationId="{FF45AD21-E42D-41E9-9568-A430509CB79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40" creationId="{B155AA2B-591E-400D-BA71-6AEA37E8A65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41" creationId="{1157E391-12D6-40C0-8EA4-1DB026B066A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42" creationId="{ABE45BA8-1A2E-4F4D-B270-74A0F789082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43" creationId="{B521BFCB-DCFE-4C3B-917E-B0B8EAA0169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44" creationId="{93A84AA3-ACBF-4966-B135-A772E714513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45" creationId="{563A2A6F-BF3E-4FA4-862D-4FDD4F5D935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46" creationId="{1F7FBE82-2DD5-41D1-ACE1-C5DEF13C5B5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47" creationId="{85AC8A13-FB8D-42F3-9BC2-C2050B37608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48" creationId="{E16722E4-B29D-410C-A874-D1926A13975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49" creationId="{6521CBFA-545D-45F7-9A3F-1D72181E0AE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50" creationId="{C107DBBE-0C51-46B1-B41E-D8F40F00B0C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51" creationId="{C0FA8A76-DF9C-4CD3-93CE-B0E0F2A23E5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52" creationId="{4B7CC2EF-1050-47E5-B101-3102671A50E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53" creationId="{275A6319-0146-4C74-B630-452A6BA671B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54" creationId="{412B91EA-4F83-4CB2-B9EA-6E6AE461630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55" creationId="{1EC000E8-6D5A-4059-8C69-8C62D296062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56" creationId="{3E26B980-700A-4529-88BB-116E799E1F8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57" creationId="{5312256D-269C-46FD-AAA8-F19A2B78188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58" creationId="{215E260D-29F8-4C37-8E5D-0D2A94789CC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59" creationId="{BC6AFE97-9189-4E3C-9DDD-5099BC7D3BE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60" creationId="{4555F644-E8BF-48F4-8247-57C9AE01053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61" creationId="{D295CA80-2A00-4F04-9D6F-229E76F1AA4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62" creationId="{1305A355-111A-4DDC-B1C5-39A6B1C94CE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63" creationId="{A49F56E9-9E3B-4DD2-B7E4-910A841975C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64" creationId="{B7C32CE3-E787-462A-A2A7-93D0BAF18F7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65" creationId="{7DD3EA9A-5741-4C77-990E-1809D6C84D2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66" creationId="{C7B33C39-CF2C-4EA3-B7E4-7C3B9793829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67" creationId="{18FC5707-1414-418E-95F5-DE7A1BDF041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68" creationId="{6EF91C82-A250-4E9D-A0A8-2A0D2ACE151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69" creationId="{C2D0CA28-D747-413D-BEBC-12CF090275A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70" creationId="{C5FD4604-64FB-40E5-A44D-B44B97B4DE5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71" creationId="{626B6D36-6492-45D8-B001-18C30E7E4E0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72" creationId="{30B956FD-7B53-4565-8EA3-5AB440CB72D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73" creationId="{BABF85CA-59BB-4634-B183-7A36971A52D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74" creationId="{4AE57BB5-DF5E-4634-92FB-A99476E3589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75" creationId="{989B986D-BFB8-4D89-89FD-7B17817A161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76" creationId="{E7FD022F-2B2D-40FD-8EB9-EA28DFB9EBA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77" creationId="{C4A2F076-28AE-4C0B-AE40-607E64B258C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78" creationId="{280FD2E6-0432-4EF4-A19E-27A35BC3921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79" creationId="{545756DB-C6D0-4539-A0AA-73B496D1A72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80" creationId="{D5CA1868-17DF-48A9-8100-7D02A8C8036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81" creationId="{27817AF3-D245-4BF3-9877-44206103370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82" creationId="{05CB7E69-2078-4E9D-820C-962FEF6A38E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83" creationId="{704B4D60-F8B0-4D0B-826B-D8C76FA81E6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84" creationId="{F0CB97E2-1714-4791-AA22-465C627E0EB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85" creationId="{EEF570F9-7FA7-4EA5-B394-288E88524A9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86" creationId="{BA0ED92A-4CD1-49EA-8A07-19D6AEE5F70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87" creationId="{98BA613A-A354-4ABC-A61B-504FDD914F5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88" creationId="{A8C0ACED-2195-49CB-A963-4C9C5DE96FA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89" creationId="{87F4264C-CB5C-40F5-A186-3ED985CDFCD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90" creationId="{DD330457-DF2C-4B95-AC13-2E03317516F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91" creationId="{1C2035FF-D516-4262-AF4F-E3C6506BBCE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92" creationId="{AD3C03A6-7E11-46BB-B34A-208F257AE99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93" creationId="{794D13BF-5EB1-49BE-BB38-E55971F1135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94" creationId="{A8E86F85-3EF9-4302-B193-C221B2B25FD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95" creationId="{A671791E-4AD4-462E-8DF6-53274F13EB1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96" creationId="{C5A59C99-C123-45A8-9986-59C648A4200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97" creationId="{2285F632-721F-420A-AC89-1CD86892EA3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98" creationId="{500BF6E8-2939-43C7-B671-ABADB86923B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299" creationId="{CF5DDFD0-4705-4534-978A-CAC1607889A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00" creationId="{81B55E43-82E1-4A81-80A8-ECAB6866793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01" creationId="{DF506507-E13E-43F0-AFB0-0C4C397C5E2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02" creationId="{7F818E2C-735C-4663-BFFD-338FE3F180E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03" creationId="{6EE45118-14B6-4A43-B42C-A0C658F45F9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04" creationId="{0F704E1B-574D-4E7C-BAFC-B65F1DE5C12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05" creationId="{03C91699-4FC4-45AF-90BE-F994703CED4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06" creationId="{20D4FF0B-309A-4158-AC3D-FE782DDC2B4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07" creationId="{4CA974DE-AE55-455B-836D-387293884A4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08" creationId="{62CF8ABC-8469-428E-91E9-C83BCA997FB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09" creationId="{4063ABC9-C57F-4378-A565-300ADBFDDB6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10" creationId="{83D79374-EB70-47FF-A158-3701ADFC0EF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11" creationId="{59C82E10-AF69-43B8-A362-EECC1069631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12" creationId="{0BB3F408-5833-4122-8D42-4B16E13A179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13" creationId="{530BA5F1-D0E4-4FD9-9D46-9C6F624A2F3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14" creationId="{54225AB0-B3AB-4FE6-98C2-A7C6228A18E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15" creationId="{DD9446D6-14A2-438F-809C-40CAFAC66FF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16" creationId="{4A02878F-5DA1-4D45-83CF-28B96184B6F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17" creationId="{30340459-1B21-463D-B9F2-44398CC0106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18" creationId="{DC27098B-EA61-45DB-876B-E167F3EA9A5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19" creationId="{59898CB5-6799-4FBF-9316-C99CA8768D3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20" creationId="{97BF0BF2-7C95-477D-84EC-B85D96396F5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21" creationId="{576F0E70-025D-4863-8BED-C699EAC925D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22" creationId="{782DD034-992D-47A7-A9E2-F9FF0AA43E8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23" creationId="{EB2377A9-B4A8-4C50-97D6-89B0F906314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24" creationId="{9FB8ACF0-9FAD-4814-8D57-E8CE80A399D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25" creationId="{63F32626-0B9E-4DEC-A37E-962CC441DBB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26" creationId="{D1FB6A04-9443-4B2A-8F14-0B7C7BAA528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27" creationId="{4E781782-0431-4D58-832B-A4EF9CF135C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28" creationId="{594654C8-CC92-4C05-B73A-F9602873E30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29" creationId="{0EEF01A8-2F42-4AEA-B402-E8FA28663E7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30" creationId="{2E5A3EBE-4CB0-4A78-B21B-F22CFDDBF47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31" creationId="{C7204C99-8021-48F8-94AE-2945EDE3F2F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32" creationId="{BC7CB11F-94C6-4D67-85A9-FC45170460A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33" creationId="{A527353A-B1AC-4F84-932B-80451756EF9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34" creationId="{568F9972-D57D-41ED-A7F2-B9A70515C9C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35" creationId="{32EF8069-0EFA-411E-A9A2-5DAF22DF11F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36" creationId="{DC7533A0-B2CB-4A41-9264-C1A021D3429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37" creationId="{66E24547-CFD0-459F-9F3A-DE210970205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38" creationId="{1A90E400-2E57-4BB8-86CA-C7B6BF28E1C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39" creationId="{876D7985-766C-4503-B30D-0FE2E3A7DFE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40" creationId="{F6090955-BE25-4AC9-AA0B-045FF6691A4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41" creationId="{641357EF-B73B-484A-8CA8-B0AA8D369A6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42" creationId="{04B9F877-1EE3-4129-AD21-E7FA57D66F5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43" creationId="{1FCDC1D8-A9BD-4D1F-BF73-8F0A695ACE8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44" creationId="{B466F4C0-07B9-40AC-ABA1-1F3ACB6B25E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45" creationId="{1450241C-7783-4EB6-8B38-AD91B1236A6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46" creationId="{70FD39B9-828B-40FE-8D5D-75860D19A08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47" creationId="{31475638-026E-4D2E-B1B6-14F38CB1741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48" creationId="{1058C673-1D06-49EF-B255-E8CF6780CC0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49" creationId="{DC6FE0B0-E7AB-4C81-9E41-DA12990CF3F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50" creationId="{BCEECEF3-F78A-4C96-83F7-BA1920CE79F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51" creationId="{68E3AA25-B4A4-4244-A7A3-0E4192DBED9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52" creationId="{938B3E23-0F9B-41D4-8361-43E13138484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53" creationId="{BFBCAF28-EAC6-4A33-A064-F5AB999AB63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54" creationId="{57772448-ABE0-45C8-8FFA-424F5FEAEF3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55" creationId="{FE8DAB59-145F-4CBE-B32D-98FCC2EE9B3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56" creationId="{74249619-0A2B-4EDD-A8C4-D1567954358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57" creationId="{0982C161-5A21-458E-BE11-CC23BAC73BC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58" creationId="{D229D00A-9232-4BDA-9E82-76C391194DD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59" creationId="{690327F5-1369-43FB-BC05-5B474DA75D0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60" creationId="{72730443-F7D2-4D9E-8304-03F37278C46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61" creationId="{636C2E41-D0FA-4DB6-B43E-BF12CD95941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62" creationId="{5399492A-ABBD-4208-AB8E-6652653D6DF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63" creationId="{B0F8CDE1-C490-404F-8F87-4DFF5FFCED2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64" creationId="{909FDB7B-3CC3-46C8-8095-A069ACB4111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65" creationId="{0C77A2B6-CD43-4624-8993-604FDB4C0E0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66" creationId="{BC4FC1B5-F409-4292-B6A0-E56CAF6E158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67" creationId="{BAE4A778-6E6E-4B43-BAEC-8A013398FF9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68" creationId="{FEA8FA1A-9CC8-406D-99A5-12ACC3363EF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69" creationId="{D8FD7686-350D-4498-B31D-0C75456B51B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70" creationId="{E96CB614-2C84-4FE4-83A4-8AA8E50138D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71" creationId="{1761DABB-6278-4603-BD97-BB1C9EB4A06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72" creationId="{0234B7F4-4190-474E-B856-DF9C665D9AE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73" creationId="{14FD6303-1767-4B89-89FF-8B3AD4ADFB5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74" creationId="{03516F26-E450-4020-95F9-400A9361E7A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75" creationId="{17E2DB10-7CB0-4795-B0CC-430C18B9668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76" creationId="{EE4676D1-9AC2-476B-A481-8E4467B74F9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77" creationId="{A53A5943-C827-47EF-881A-47EA10851F6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78" creationId="{8BF4586C-2A9F-44A6-8AE1-78CE9051067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79" creationId="{5584B123-B415-4998-94D8-19773BB912A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80" creationId="{B9377575-41E0-4D7E-B466-E21F4DD8B27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81" creationId="{0CC33707-A1EF-4366-A734-3CFE38AEE9C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82" creationId="{8F93B893-DF6F-4470-9711-228D250168D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83" creationId="{8CB96FDC-79CF-46CF-9DB8-130552CCA9C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84" creationId="{BEEFFF2D-9EB4-468B-9C61-28134DEC182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85" creationId="{48B1AB0A-41C4-4963-970A-23FFBEB64AE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86" creationId="{3618A70B-C8BF-4F3A-8AB2-8CDA8906583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87" creationId="{6DF03FAB-F595-47A1-9B80-4F1B3ED4BDC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88" creationId="{240C5DCE-ECD0-4462-8377-03E73F53F1B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89" creationId="{FB4EEEE3-E180-48CF-9554-4AE0B019377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90" creationId="{AC875EFF-757A-4D1C-9E8F-8227903F96B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91" creationId="{542984CC-E111-44D7-BD66-2C77276F5C4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92" creationId="{16681564-3161-4A0C-B946-3A721972010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93" creationId="{842C2738-70DE-4F1C-9370-6AD7BEE9B66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94" creationId="{758DE1BB-51C5-467E-BCA7-86450347F70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95" creationId="{6731D6EC-9AF6-4C48-96FE-013D6F1196E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96" creationId="{BA222AE6-D1C8-4B58-9AD0-6A041E3B3C7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97" creationId="{28783D41-35EE-42B5-A1EC-56A2EF34F2E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98" creationId="{ECE71236-A2C4-43C1-875C-B35FBC69EAB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399" creationId="{08EA587A-3DF4-4581-88E0-8A52B4A56F9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00" creationId="{B3FE88FB-613A-45DF-8867-FDA2F451808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01" creationId="{870A134B-8C1B-48AC-8BDD-3A02E58031C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02" creationId="{879617B2-2034-452F-89E9-D3031719EA9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03" creationId="{632FA734-790A-4BA5-85AC-D1A727BF8E0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04" creationId="{04E895ED-5BF3-4979-84AB-E56A1F9ACB6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05" creationId="{D0FE8056-64DF-4B90-9B91-7167686B84D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06" creationId="{A6D8C1ED-3986-4DE3-8637-04EC36021DD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07" creationId="{CAF24D1B-49B1-494F-A64D-F8E8628CF76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08" creationId="{684C57D6-54A3-4E56-9EED-BCA28629562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09" creationId="{6464BBF8-EE4D-4D36-9A2E-43DD81DEEEA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10" creationId="{A1F3163F-FE06-4473-B119-6016F494026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11" creationId="{011B379D-89C9-4159-8A2C-4BE478FB61F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12" creationId="{18B95A1D-8B6F-41EC-92F3-FE56997F014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13" creationId="{8C33506A-793B-447D-8BCF-4BDE2011219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14" creationId="{9F70B327-9C26-49E5-9031-FE36CCD348F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15" creationId="{62F827E4-C2E1-4C2C-8D0A-BFCB82AEBB6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16" creationId="{62A8F57E-E628-4BA0-B2BF-7BEEF6EF592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17" creationId="{019984B4-3A16-4697-8A2A-7DBA52FB6E6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18" creationId="{35A9456E-6DC6-46F0-90EE-7F5F9D0F5D1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19" creationId="{074CA8AF-C1A9-4A65-B369-50507756939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20" creationId="{47979C78-5825-41B0-940F-40110FD5ED5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21" creationId="{1A835323-332D-4E0F-B865-71411C6A6D8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22" creationId="{D4F00077-F57B-419E-B3FC-185E96938A5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23" creationId="{D2386B78-3427-49B4-8175-E9E8A1F1081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24" creationId="{727BA192-9FD2-4438-BC7E-4C9CD0BE58B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25" creationId="{0E3531A4-8D1C-4525-ABD1-6702B6AE19E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26" creationId="{5F963CE4-3482-4D61-BE8E-E30F8BD57A5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27" creationId="{7FFF99F8-5821-4E61-9811-905DF06F830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28" creationId="{F1E26A64-2628-4F29-8E2D-FDDB4D950FE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29" creationId="{46614CF1-C551-4FCC-9C2F-5262905B61C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30" creationId="{FD5FE084-5C2D-48F5-990E-A06675590DB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31" creationId="{271E085D-CF4E-4491-97EE-CB4DCCFD210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32" creationId="{303FB62F-871C-443D-9BBD-11E396FE35C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33" creationId="{69398848-4FF2-4CDA-A8DA-D3A7AFE20E6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34" creationId="{16CB0152-1777-469B-A1F7-E6D589A1E7C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35" creationId="{EC1B9568-6582-4DA7-AC03-5DCCD43D1E2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36" creationId="{503F91C5-4960-4A5F-9A5A-817B189E794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37" creationId="{635581C0-DBA8-4AB9-A7B1-2A27269C2E6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38" creationId="{2D75CC81-7EDB-4FCF-8C78-1D5BB7F023D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39" creationId="{1797F6BC-09FF-435F-9F8D-EF9762DD923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40" creationId="{F65AD903-DE8B-432E-A435-CCCD3C9D894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41" creationId="{7D52C8C5-85F8-473D-A49C-572F33BC1A9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42" creationId="{905B809D-210D-492B-84E7-DFBD42CAE26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43" creationId="{4A52B624-B346-4C96-8FA5-B9227BF1DE2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44" creationId="{90BD7433-41AF-4EF8-AC01-E28647901F5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45" creationId="{8BFD6EB6-B16B-47D4-B0D8-1F7BD97810C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46" creationId="{C3DC48B1-0DDB-47EF-A6FE-31BF9563509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47" creationId="{0577D145-A34A-4454-A680-58D712E18FA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48" creationId="{3F40A2A0-81C6-4295-B78B-A53F1B3A469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49" creationId="{DB2F5459-6E6A-4682-BE89-ACC56F9427E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50" creationId="{0C6892B3-A8F3-4FC1-8B61-F7106079237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51" creationId="{7C06065F-5D07-442D-9944-197F2B8059D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52" creationId="{149576B8-67F1-4EB0-904E-8BFA6FD6094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53" creationId="{F0DCAFF2-C4D0-44AD-AA15-F68B83BF933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54" creationId="{FE257952-762A-4D22-9C14-BDDAF97EC71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55" creationId="{7CEAB997-7F68-4C54-820E-9BEED9953C8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56" creationId="{B2EB7DDA-02B3-473F-951B-DCCBB8CD3D2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57" creationId="{E567FEED-E841-4A6A-A2EE-3EC5BE7BA87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58" creationId="{620029AE-E165-44A5-9E12-FEE16654DAA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59" creationId="{7BA74D1C-4B5E-4724-AC03-242CE7FA87D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60" creationId="{90824106-D6A6-4004-B6FB-83847DFD401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61" creationId="{79BA69F5-AC17-4854-A666-04CC652556A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62" creationId="{3A69D829-1F19-491D-A902-3927C3E9578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63" creationId="{60ECCFC8-C543-414A-993F-67DA3AEB855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64" creationId="{8A21679A-796C-4248-A72D-330EAF7AB77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65" creationId="{4A0AEC8D-2479-4834-96CE-578D681DE5A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66" creationId="{1AC0B035-D9E3-49DB-BD2F-65AF178AD0A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67" creationId="{B1E7B467-85DE-46DE-A372-1AB45AF8929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68" creationId="{2C6345F2-999A-49D2-9D18-18E02104912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69" creationId="{B5DA2B72-61BC-44ED-AFF2-BC81FF2A627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70" creationId="{13AEDB21-9BF3-42FB-A67C-8DE00165340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71" creationId="{354BEC8C-33BF-4BDC-9E23-D72DC52B993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72" creationId="{C8535021-4BBA-467A-9707-5A29DBAB9EE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73" creationId="{DF55FDCF-9595-44D9-AF03-C331EE743F8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74" creationId="{2BD9D9C7-0B3C-4B55-9622-E8C8BE5E4E7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75" creationId="{6B2C02C5-4C51-4A08-83C9-602992DDA57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76" creationId="{61B41D58-6BF2-41CD-97D9-429E4A8C141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77" creationId="{F14DA005-746A-4B87-9DBA-05BEC681BAB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78" creationId="{76D2DE80-F5DB-45E2-852E-B9C2E63E998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79" creationId="{7CCB1C6A-A46D-4972-AF6A-AA4228DE06A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80" creationId="{CF6DF003-E892-4DFC-8A5A-8F62F49F09F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81" creationId="{15B2AA4E-3E40-48B9-AC35-5E62748ECD4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82" creationId="{D414A93A-27C4-4DB8-87C8-B0E9CE5C078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83" creationId="{C493BE0F-53EB-4875-BAE2-EE58920F83D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84" creationId="{128D1350-CD64-485D-BCD5-BE2E41347A5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85" creationId="{AD2282F7-A725-4169-BE9A-1EFE49BF170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86" creationId="{C58634B3-BA40-43F5-AAB7-FE39A2B2D0C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87" creationId="{2E12F049-B733-4A93-9700-376C34A5EE8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88" creationId="{FE780524-C6B8-4B8E-901F-A5F5ED8FF50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89" creationId="{75AC6446-1893-4487-8110-E1C766FED3F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90" creationId="{994A808F-8C94-4344-8CD7-EC74DAE2B1B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91" creationId="{49BC05CE-653B-4320-8DBF-75579F7B476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92" creationId="{A5778E66-FFCC-459C-B3E8-74EB1FF066A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93" creationId="{FA851C14-C982-4FCE-BB0B-618D9E8EB83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94" creationId="{2CE6E0D9-DBC5-4438-8980-300BD5B9BB5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95" creationId="{CAFCB5D8-4B5E-44BB-A8DD-539578940D1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96" creationId="{D7B31A45-2260-4120-816A-D8AFE38076F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97" creationId="{F32A0463-1329-4432-88F2-4B10827B9E1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98" creationId="{287A571D-244D-4758-AAAB-D3A9309026D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499" creationId="{B2E6A5C2-CBF2-4805-9885-1BDBA4BF449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00" creationId="{EA4CCB07-A0D9-49D6-9DE4-FB23C3F7B40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01" creationId="{EC849B4D-1F4E-4D62-8D59-C986CBCB7FD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02" creationId="{767F80FF-C5F7-477F-B4FF-03ECAF19772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03" creationId="{033B6568-7DC3-4906-866E-4BE3B1535AC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04" creationId="{BE8E45B5-2733-4B8E-A8B2-0933ADAA95D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05" creationId="{0204F102-0FF1-464B-82CD-91853B1252A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06" creationId="{2FA5D0C1-575B-4995-9C5C-BF0E1AFEECB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07" creationId="{4B0C7FB4-D559-45D7-AA65-E2C2FAA4F65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08" creationId="{4C11B563-4736-44AA-A5BF-34281EA6360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09" creationId="{3489C61D-9917-44E2-BC17-B266544ABB5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10" creationId="{B57F441B-EFB5-4B18-90D9-6FA450642AD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11" creationId="{C49F2134-585F-4C16-94F7-504F9717BF9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12" creationId="{4D330C86-D92E-4AA4-A3E5-7EAC834610F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13" creationId="{667E1F68-A13E-4A36-9AD8-7B1D92FB00E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14" creationId="{6D8E3137-B50B-426A-B695-D466147893D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15" creationId="{9537DA8E-2806-4F38-AD1E-E8BC3F65187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16" creationId="{AFE5E872-FCDF-40E3-AD91-61B31E5AEE2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17" creationId="{BD72589B-1AF1-44E3-8659-94590EBB0DC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18" creationId="{62347148-0B85-46D0-AFED-AE28F45A702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19" creationId="{A4510C5E-5917-4968-8222-47C99107351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20" creationId="{5C56DEB5-4D0E-4BFA-8D3D-EDA5A8CBD45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21" creationId="{1511B926-4A52-4BF4-A8DD-45D95C30A74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22" creationId="{CAC63123-9E17-40EB-821B-C4A6A62A898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23" creationId="{27F7B75C-83F8-4A3C-BDA4-58287656633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24" creationId="{B15B682A-46FB-4DB7-BD88-E42E0EC5AEC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25" creationId="{5A6FDB6F-B895-467B-B86D-FF4927C3F2B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26" creationId="{A04EDCA2-9952-49A5-9691-264D377283F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27" creationId="{73AC166D-7BD7-4EDC-8F8C-EE96F7C8FD8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28" creationId="{7FE8FA6C-F5C4-40A1-819B-6418DCBFD38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29" creationId="{434A3AC1-7805-4FD9-8B98-DC5E991B13B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30" creationId="{134CED13-D1DD-4CAB-A886-B978F727C0A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31" creationId="{C5001CD5-B55B-49AF-8FA2-22BF6678717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32" creationId="{89B86194-8874-4E74-B240-3D6CDFD245A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33" creationId="{92D951E6-7C73-49D6-916E-80CF1656975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34" creationId="{C51AD321-662A-4F42-939D-4B1AFA8A497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35" creationId="{0A5D1032-C50D-4D38-BE20-E0B58692E22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36" creationId="{21846B21-FF15-4721-AAC1-C29D2B5233E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37" creationId="{AF0B7C33-8E24-404A-A83F-08C3053A51D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38" creationId="{24A61B47-6066-4CF9-8FA6-3A1A3587DA8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39" creationId="{E595FF29-C139-44EB-ACF7-C5CC6E8496D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40" creationId="{0B90883A-7BDD-498D-BD3C-63F3659065F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41" creationId="{616BA2E9-FEBC-4ED6-A381-BAF891A3941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42" creationId="{05296B2F-A302-4DF0-8607-1EC50FABA5D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43" creationId="{326E03B6-CF99-4E28-961F-BDB8DBA5BA9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44" creationId="{1DBFB1BE-BE0C-481D-91F7-19E91B9A35C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45" creationId="{13B0371D-BE69-4C78-BB4A-8CDB3631CF2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46" creationId="{1022495F-0F0F-4565-966E-202B9F1F90B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47" creationId="{F35D5CA9-05CA-470C-B51C-0039360DEEA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48" creationId="{29813566-CDA4-4412-B52D-5F2AAEFF091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49" creationId="{F9903107-3A78-4B32-82A1-8AED868D367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50" creationId="{1F0B74DE-C79A-44B5-9C7C-EDFCC2CB901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51" creationId="{E4A0FD45-2F66-4CA0-AD88-85053AE323E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52" creationId="{20B19151-436A-4A50-9E5A-0A379C85CFD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53" creationId="{E0B3B848-1862-494C-84B6-88F0939260A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54" creationId="{6F0EF127-F761-425E-A5EE-7381F66314B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55" creationId="{A6C84ADA-C2F2-449E-8B81-E979FAB65B6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56" creationId="{1BBA0E81-9E5E-4D05-88C3-B8AD76D0FEA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57" creationId="{985EFAB5-4656-4787-B2C7-5FA7E21A1DE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58" creationId="{31B7F051-62CE-4C82-9997-016FDE1643F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59" creationId="{C63DC08C-ADDD-475D-8C86-41884EA9104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60" creationId="{44C81818-9EE4-4A74-8F5A-972EB9F62B1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61" creationId="{D96E41F2-FEC6-4CD0-A9CE-552E7E0BEB6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62" creationId="{5D06C8DB-9DB3-4342-9FA5-80AB915CA32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63" creationId="{DF0B1747-4F6E-4899-9AFF-B92A4D74BFD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64" creationId="{A17A329A-09F2-420C-8D1C-BF8444BC8AB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65" creationId="{83E9D307-F6C6-4001-8F2F-1F023CAD44B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66" creationId="{B55EA2FF-799A-4359-B941-491C9984135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67" creationId="{5A6AF5C9-1EDC-4C76-9E88-7FA58AEC4E3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68" creationId="{DC6AABBB-047D-4992-8A6F-2E6BD649D10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69" creationId="{E341B297-FF0D-40A2-B2FA-B06C6EFB4A5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70" creationId="{EDE168D7-B018-4C51-82A5-5D408C4AFE2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71" creationId="{C8DE7C96-08AD-4A5F-89E7-8BA2D834165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72" creationId="{5BD6764F-0704-48A5-A33C-B58E4C5FB69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73" creationId="{51C186EC-9A95-45D9-B3D7-C7D6D62A601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74" creationId="{89504C7D-3486-41A8-A600-3FD502E7F32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75" creationId="{CE25AFE0-4615-40DA-9F2A-A0B587994A8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76" creationId="{859F7CD1-E838-43AC-95BE-16FB698CFF9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77" creationId="{B8747282-8478-4B58-AA28-886AC9AE912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78" creationId="{29DFA9DE-4B5F-483F-9CB4-9CC92EADB38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79" creationId="{6191CB22-7359-4472-90D0-47AA0AA923C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80" creationId="{96AE16AF-BD6D-4B91-A69F-CD8EB1008A1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81" creationId="{00BCB9E7-CAA9-4E42-B79A-841B1512B1D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82" creationId="{9EE82676-0449-4B7C-9177-FCA15C40FBF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83" creationId="{0461B807-877A-4ED6-BEAF-51ACC8C6454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84" creationId="{EAAEA055-6E43-4AB1-8E4E-080999703FA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85" creationId="{374F2BB4-75F4-4348-B8A9-3536D145212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86" creationId="{95DE6B5C-1073-4D43-A8C9-5C35CDE07E2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87" creationId="{418537FA-F049-4549-8157-C3341750E23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88" creationId="{198DD5CA-9A6E-4CA7-B3EB-CEA8F4F6115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89" creationId="{21F259C3-3C47-428F-B300-F8B91341F81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90" creationId="{3CA88524-B96A-4F15-A04C-4C87D0348A8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91" creationId="{7453EE1E-5D54-49E3-B7A3-1B2EA931BE9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92" creationId="{E8F14B70-7C3B-4E4F-AF35-BCB4D4D492A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93" creationId="{BA323CA8-046E-42DE-A16C-12EDDE87C50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94" creationId="{CA87354E-A040-4DEE-B055-F2A74312D9D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95" creationId="{609E8B4D-DBDD-45B6-AEA4-E1327D34DD2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96" creationId="{1FBA5A5F-4D34-4DDD-A5A2-B0E8DEEAA33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97" creationId="{F3204B77-568B-4DCE-95EC-631D81B3478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98" creationId="{3B3F0759-A29F-4AF3-BAE0-22BA5FBD264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599" creationId="{D54705CC-BBD9-4AF7-9C37-AD386053C52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00" creationId="{9A40AE7C-C360-4D4E-AF8B-6DCE45A5D9E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01" creationId="{945F0A4F-49BD-4B1C-B8B5-AE10D09AAE3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02" creationId="{62C46205-16E7-4940-B0DC-81A1519B9E8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03" creationId="{5CFEFEB8-094F-44C6-8EAC-A14ACF8B5A3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04" creationId="{F0BD3BB7-7214-40E6-B56F-3585EBF6BAC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05" creationId="{032C343C-FEF2-40CE-8718-02A65C0CCB9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06" creationId="{C9E31A50-9E99-43C8-8FE3-58141D0BE9A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07" creationId="{76B53E4A-A465-420D-9263-1F0B30BC157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08" creationId="{2837529C-2BD6-4267-B674-2CD672A7157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09" creationId="{896C1882-06DA-49B3-ADF4-C468F068464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10" creationId="{50E1521A-0519-4EB5-973D-4F7DE361616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11" creationId="{9F96EF1C-F270-4C29-B33D-1FBEA79508E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12" creationId="{99A84547-E5EE-484B-AE42-7DCF57C4962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13" creationId="{78558C28-DCB0-4C2A-9DBF-BD989FB2783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14" creationId="{87BB803E-D262-468C-B159-0EC1C37B9A7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15" creationId="{2DC8A94C-F343-40C5-8E12-3B24B7528F6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16" creationId="{AFD91E0F-C315-4F05-A9F7-AF675107920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17" creationId="{FB6873FB-CFCC-49D7-A41B-B07E1F3852B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18" creationId="{CD14D2AB-224F-4AEA-BD31-76A4AC37114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19" creationId="{8E9F5EEB-F31B-45D8-9FCE-5073E094962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20" creationId="{E239E8C7-8FCE-4CF7-BF60-FDAB39B6D07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21" creationId="{4CBDA6D2-63A1-4D65-B8C5-C79453537FB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22" creationId="{1B4192B2-9803-44C7-97EC-DB0ECC49274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23" creationId="{279ECAF3-F6F1-4AD1-943C-318776456FB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24" creationId="{7BDF4431-A041-44CB-B270-631718711DC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25" creationId="{464E2B78-718F-48FD-976D-D3FFCBA8306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26" creationId="{3AC23B7D-CCC9-4DA9-BBF8-64E3275D849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27" creationId="{B105EF50-81F9-4100-AC0A-868F9B97F4A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28" creationId="{A39A9C69-A39E-482F-AD4C-9B9F505F755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29" creationId="{2916BB7C-333A-4B55-971A-F4DBBB72F72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30" creationId="{1123C8A7-08CE-4B60-ABB3-5047B79B0EE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31" creationId="{7273C81C-7A25-4976-B092-7FB3B527895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32" creationId="{2267504B-EC66-41B6-96F5-7C6CE3381B0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33" creationId="{6F54FE70-C2AD-4EB6-B06F-A23314832D7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34" creationId="{8703FBAB-F6BB-4E0B-A278-E37111D2820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35" creationId="{8AEF5E62-771A-435F-A549-06BEED35456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36" creationId="{9EAFE2D8-E398-4DB4-B8D6-55203CEB0FD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37" creationId="{8D91DB74-2ADC-48A8-91A4-5C909B502F0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38" creationId="{6208356B-3ACE-4D3C-A39C-8248D397DB5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39" creationId="{031DBA92-5ACD-4304-BB4A-EE2B7D3414F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40" creationId="{E904EE83-140E-4A43-8B43-6A455591521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41" creationId="{51A264DD-728D-4835-870C-491AF03339C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42" creationId="{94DCC504-2622-4974-AE4E-5192B1FF5C9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43" creationId="{95D29722-6798-4D31-83DD-98394BBADB2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44" creationId="{7676060C-9799-427D-A97F-AEF5B762918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45" creationId="{3E054CF1-C97F-4970-9A01-328EDED9B27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46" creationId="{6402870B-3D12-4C21-91B8-BC82209EFC0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47" creationId="{6D28776F-1019-4866-8ED9-03E24EC8BB3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48" creationId="{410CBB06-9C1A-432E-87D7-9CF703D09D3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49" creationId="{88DA38D1-3DFA-4DE3-AFDF-6CEBBEE6AA2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50" creationId="{E0A0CAF5-452D-4902-97CA-3B7FF75AF18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51" creationId="{1A875D73-327A-44D9-AF71-952778D5776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52" creationId="{3B0F3D35-EF97-4414-9929-1A6FFD72D37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53" creationId="{6CA301D7-2BE7-44FC-AE65-E93771D6800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54" creationId="{FFFBFCB0-4DB7-4BC5-BD41-1F3E9A42303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55" creationId="{1586FACC-69CE-4396-9501-6C1783040D3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56" creationId="{349BB1F6-05D7-452E-BC24-F5B492D3CB6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57" creationId="{23F4F903-95D4-4118-BBCD-BC4A4C697A3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58" creationId="{C5FFEFBA-98FC-47BC-B862-5FF01695161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59" creationId="{F59DC34D-3994-4EBC-9BDC-73B33D7367D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60" creationId="{38F5CE04-766B-418D-9D44-1F9AA9E6AA7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61" creationId="{79067C55-EF8C-4307-9DE7-8145CCF66A3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62" creationId="{FA9B5EC4-3497-4FEA-BA21-79D41B769DB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63" creationId="{55145767-6923-4A8E-AF6F-202E64DD8F1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64" creationId="{CE8D06C4-5EDE-4FA8-9419-2A121B067D9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65" creationId="{1511C4F6-96D5-4604-964C-4ECFBB72AE0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66" creationId="{67F94519-0530-44CB-9883-C39C414EFD9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67" creationId="{5DBCE604-C900-405C-B1ED-DC510A4836C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68" creationId="{889A271A-FFBF-4E60-B7B9-1E78606AC29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69" creationId="{670C81E6-9023-467D-805B-505CA3A724E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70" creationId="{2BE7B182-CFBB-47D0-BC35-9852C045436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71" creationId="{0392E59C-9290-475B-BAC4-DE70775C66F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72" creationId="{D3E48A1C-D7FC-4DD6-A6FD-DF4DBCC860C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73" creationId="{2120F0CA-8E82-46A6-B3DB-DF2E55DB3B1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74" creationId="{DE6BF5E9-AA33-4B6F-8133-0CABAD8CD7A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75" creationId="{2B596584-ABC7-4EB2-BD66-9B24EF9A139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76" creationId="{81697ED6-402D-414E-BBE0-C8D1FF24880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77" creationId="{EFB77F16-1AD3-45AB-B253-5D32F62A083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78" creationId="{4C6037A4-275A-4EE9-9B33-4F51CD42A05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79" creationId="{56096476-23F9-41FD-86F9-29237399396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80" creationId="{91291BBE-6ED0-435F-A275-5D49C8BDA43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81" creationId="{258AD424-26D1-4318-BA30-77E06A0CFA3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82" creationId="{7F9EB43E-77C1-47FA-92FA-E09D5EA4182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83" creationId="{22DA3FD2-8B7B-4C82-854E-86FB691D51F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84" creationId="{7ABC6FFC-D2AD-403D-B675-E38B179CF6B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85" creationId="{32276CF3-1FA6-46C5-8B34-4438F57E9CC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86" creationId="{E0191967-8CF0-4019-937B-F9DF1738B46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87" creationId="{29BDB3B6-09F2-491E-831C-6C220F7669C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88" creationId="{DE0D182E-4BF2-4A23-BD9E-32FE878EAD6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89" creationId="{1EAECCF8-FDE3-4CDC-BED4-460767A71E0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90" creationId="{8A3FB877-6C12-40EA-A23F-189E49903E7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91" creationId="{4395DDB9-A342-4590-87E4-29A58214269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92" creationId="{7A5C3312-37C9-416D-AB33-52B6F8A80CF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93" creationId="{A511AB58-C82A-4344-8D7D-69ECD01094D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94" creationId="{4A2BE9D6-2BF3-4043-BFE9-0B2673FCCA4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95" creationId="{CDBA0FB4-C4B7-4EB4-B6DD-FE4D688B750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96" creationId="{2F01FDDB-A1BA-4A8D-A4A8-A38E08EAF13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97" creationId="{3C8E359E-228C-4D17-87AD-5F0C4772231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98" creationId="{77C3079E-7A08-4AB0-8E29-72E497068F2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699" creationId="{25E9861E-E67C-4CE5-BF95-E7B6522C004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00" creationId="{EE9270DD-C658-4D42-A483-3C79E300525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01" creationId="{B892C4F1-6F18-42A3-ADFF-CD62634FEED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02" creationId="{24E6D968-756E-4786-84CF-318E9D90DB2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03" creationId="{3E19F568-527F-4677-BD6B-9BB43238318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04" creationId="{0A85F1E5-6659-4D84-A2A6-7F8EB6E5D6C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05" creationId="{BF9BCD6C-7046-4924-8887-50FD5E6444F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06" creationId="{9D8CB498-D29F-4A0B-B91F-50B60D5689D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07" creationId="{045FBC2E-6D4D-466D-BDEA-CE08B32FD87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08" creationId="{8ECA8A18-A82F-4C4B-B0FC-9E1CE767D29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09" creationId="{7E625D7E-9D43-40C1-8ACB-97FBF7664D9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10" creationId="{4C5C26E0-058E-4AE3-B673-0956E8A0DED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11" creationId="{82CE7A0C-5A0E-4678-8D56-A973B6F8F91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12" creationId="{F3DE7CFA-9FE6-469E-BDB4-59BFC04BDEC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13" creationId="{745FF996-91A7-4F27-B2AA-3DEDC936477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14" creationId="{868E4DBF-3B0D-4B0D-B7BA-ABAEFB6B991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15" creationId="{027E743A-90F4-4CDC-A26E-37334E415E3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16" creationId="{FAEBC3CF-666D-4608-8724-7BC44A18EEC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17" creationId="{01E53997-6119-4372-B671-790A7A1AAC5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18" creationId="{F2BBA14B-FB09-48FF-964B-C42E1796C56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19" creationId="{7E8D6583-E48C-487F-AC00-723E7313E1C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20" creationId="{E7368511-45F2-457D-BAB1-FE00A19BA2C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21" creationId="{4469D921-60E6-46FB-ACCD-9768BDD189B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22" creationId="{8BB0DDFA-F4A1-4A6A-8D54-6B31596D553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23" creationId="{24E4C0EB-3118-465F-90F6-DF783EA40F9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24" creationId="{C409FA95-C464-4FC0-9877-8625E8AB136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25" creationId="{5FC13F41-A2BD-4CE7-877E-BF966C7BC1C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26" creationId="{BB59E682-0CC5-40DB-A670-46C9B6EFFA8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27" creationId="{BEDF8192-03A0-4125-9320-545A4C95925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28" creationId="{F858DA7C-2452-457A-809F-641E64F32C5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29" creationId="{1CD62B21-427E-4B3E-B990-3F9F1E544DF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30" creationId="{948BB1FF-7FBE-4DD7-B245-9ED405F041A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31" creationId="{59B20385-921D-44A8-A55D-49FE71C74C4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32" creationId="{61B16F30-9BA3-4E38-BA72-CDDABC27EB4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33" creationId="{F6738199-2890-47D2-A612-85A50244F5D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34" creationId="{1E8DC3B4-2A31-41E3-8FEB-FAC19D82240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35" creationId="{0A02AD14-D968-42F6-B7AD-20A3B22DD99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36" creationId="{9A17CAAF-C0D2-4114-8AD6-C41A1466526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37" creationId="{45DE924B-9313-4DEC-A6A0-2819071210A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38" creationId="{6FD41C2D-39EB-4166-988A-8BA65F5C825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39" creationId="{7D9BFE98-62BC-438E-AE54-5732DBEAFE9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40" creationId="{7429D543-0E9C-4A2F-81A3-6B4BC709973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41" creationId="{B8473A50-EF03-42D3-A2E8-F3D5938A5D0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42" creationId="{D991F5FE-DC30-4849-84B5-EF4B17E7563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43" creationId="{DB4BF0C7-F08A-4437-9C36-39BF554AB0C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44" creationId="{C465329A-A666-4FD7-B321-16D66475D28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45" creationId="{42799ED6-5F78-4AFF-A3E4-1AE5705B316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46" creationId="{F3B1E8CC-CC14-485E-9CAE-E0BC2D395CB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47" creationId="{B3F8B5DD-3D13-461B-B737-5627C6DF83C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48" creationId="{527B0ACE-6BA8-405F-B295-D349C16E7EA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49" creationId="{148D9AEA-D704-4ED7-BDF7-37BE38189B4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50" creationId="{A6253AE8-C225-4C70-91CB-B604ADA5E73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51" creationId="{8BA90113-7663-4622-BF27-FA346CEE83C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52" creationId="{336A939D-BD55-495A-A25C-1E78BA443FB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53" creationId="{5BCCFDFC-8EC6-4472-96B8-C5C11570133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54" creationId="{74463D3F-DC4B-4F63-BB86-1718E02A340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55" creationId="{72B4F6CD-C25D-455E-95B3-B78EDAB9DDD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56" creationId="{D0E2AA84-F2CB-4020-A4FA-05BE9776753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57" creationId="{851AD4BA-4E2F-4B31-9E48-82D77857999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58" creationId="{B0D3B26E-5019-4240-8E60-EDF95E28B03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59" creationId="{E957A194-2187-48A9-8FE8-F2FA7A78A6F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60" creationId="{636CA84E-E074-4724-A62B-382F3293EB4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61" creationId="{BB1D31F2-0E43-49F5-A0E6-D86D12AF890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62" creationId="{8500BB5E-ABEB-4B91-962C-C89AFDA7313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63" creationId="{2468C0E3-79A5-437C-820A-4CDC2069C81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64" creationId="{CBEC03A0-3C0D-4ECF-9960-93A9DE6B345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65" creationId="{3EF3AEE5-99A0-424C-8815-FBE8586746E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66" creationId="{C1BA7C46-E503-49D0-AE65-02FE2D5E377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67" creationId="{8FEE8A0B-31C6-48B4-9066-BA82F9CE5A9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68" creationId="{02376812-6C9E-4C52-9007-3D90F5F055D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69" creationId="{F59EB7E5-10F7-4EC1-A0A0-4F2F047B49B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70" creationId="{AE8A410F-5A0B-40D6-A141-B59CA66D2E2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71" creationId="{2CDF4BEA-E360-404E-842F-7A052C7AA1B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72" creationId="{E611B03A-72B9-4FA5-A28B-30CB4B393C2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73" creationId="{9C94F099-3FF7-4A7F-A2CC-37BBF88EF96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74" creationId="{A79E0DBC-8356-4AEE-BE80-8C6D548ED4F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75" creationId="{DF7DED7A-3A80-408F-BCF1-6EACBAA912C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76" creationId="{7031F120-A62D-4300-BEEE-AF1F06A2723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77" creationId="{980BA9B2-3C12-4471-9EAC-3845A5D1AA0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78" creationId="{CA2EEF58-8D6B-4AC2-B1F0-78C078CDC14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79" creationId="{882D8A90-D6D9-4CAE-99DB-161B7B87162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80" creationId="{A82B8892-86F6-4E1F-8FCD-8253B18C6FD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81" creationId="{7AECD37E-7557-4F0E-B3A8-635A2F7255C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82" creationId="{467D54B8-9FF5-40A7-B013-5AC5DDB26CC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83" creationId="{C542AFB0-5C30-45EF-A465-6D2F58BFC49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84" creationId="{2BDD1499-AADE-4C78-83D0-6AFA686A24A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85" creationId="{C7C88E24-9803-43C7-8451-C9044069795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86" creationId="{37EC5420-F9A4-4E44-B9F9-83F71530F6E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87" creationId="{7864EF79-C900-4D5A-9D4D-10B364926E8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88" creationId="{09D7BFAD-624B-4C57-8527-B65869A3319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89" creationId="{F832A364-B88E-4310-9D43-5CE62FD8C76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90" creationId="{C2279AA7-D4AF-42CB-8540-65A25DCFEF7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91" creationId="{4458A73B-4F34-4525-B5A2-B853F211D2F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92" creationId="{6DBF0FF7-E6ED-4BEC-83EF-FF18DEC617A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93" creationId="{3EDAE345-9EFF-4D5E-93EA-A0EAC61F334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94" creationId="{C561553A-E6E2-4526-8B9F-48D56918347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95" creationId="{F74EDC7D-370F-4820-B011-25B182684B1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96" creationId="{D21E2AE7-1D0F-4221-BB50-D5F524948CE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97" creationId="{9D3FBF25-05A7-49A9-AF8F-EAE0C63F613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98" creationId="{B237C337-4CEC-40E5-AE31-B88F80582B0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799" creationId="{DE776AC6-E4DE-4401-869E-FA6C1382953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00" creationId="{36EEE2DD-6206-45D8-A7B9-4155EF6C174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01" creationId="{CCCF62D2-7586-46F7-9358-C232442D368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02" creationId="{00429BB3-F22B-4118-8428-0B34AA15573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03" creationId="{1B20A061-6870-4657-BC4F-956042EC471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04" creationId="{2967069F-7C9F-4DE3-96F2-36105F212B5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05" creationId="{E79F1D9C-EF0C-4FB4-920E-EA2CCC49BEF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06" creationId="{46D970D4-95D0-49D0-8B26-8B018188C28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07" creationId="{1985C39C-9C61-492F-BD8A-F0A4D2A3B27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08" creationId="{F74D9F39-C95E-4A6E-AE61-A5051C48430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09" creationId="{144DF81A-7A92-4150-ABCB-FA660C01F92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10" creationId="{0CA9B071-8188-40C2-99F4-A218C7272C9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11" creationId="{6894685A-BFA6-48CB-9155-DD3C1DCCEEC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12" creationId="{1D8DE37E-E6DC-429E-A5AD-E73F8D36DBD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13" creationId="{CD8728BC-4518-4926-8DC9-8C06812D808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14" creationId="{127011A0-81A3-4730-83E6-B1A98A40485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15" creationId="{2048189B-FAF0-4B0F-9984-DBE597C562E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16" creationId="{EE0A9899-DD0E-4CF5-AE21-80C219A2970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17" creationId="{F22D20B1-C706-4973-BE73-3E75EFB780E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18" creationId="{75AC772E-D037-45C3-884C-FBAF8A9EAE7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19" creationId="{EE5F064A-D70C-4319-B215-8FA65C027B0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20" creationId="{38142D73-B87C-4464-B02C-BFB72C96395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21" creationId="{8AFF07F7-D6CF-4E8F-A565-5037AA33ABF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22" creationId="{8E8D7A38-4F51-4301-84DF-48F33864F60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23" creationId="{93BA2636-81A2-437C-A7D3-C8B62B216BB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24" creationId="{C488B966-96D3-4460-BBCE-180F36D50B1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25" creationId="{E74CF06A-ECA7-4F19-A2BE-27077A7A9F5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26" creationId="{66ED2A80-44B5-472E-BD2C-A3CDB3E3B51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27" creationId="{2105D061-2990-4F0D-A8D3-170656D3059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28" creationId="{531AF390-F751-490F-983A-4206F0A105D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29" creationId="{709B827F-3EEC-4273-BB79-404DC2591EE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30" creationId="{933F89AD-60BE-4321-989D-3AA5031C118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31" creationId="{DBC07EFB-DDF5-41D6-9E52-3C732815774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32" creationId="{DA1C36E7-8D7A-4114-847B-184E5612A39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33" creationId="{5C8AC073-B8A3-48FA-A655-D3407D3A632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34" creationId="{C3E81A86-80C8-4FCF-9443-C84C9411E6D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35" creationId="{DD219036-28A9-48B3-949D-E4187AB905C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36" creationId="{34482202-FF6F-47FA-A246-63C289718A5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37" creationId="{1958C3D9-B34D-40BE-A8A1-75405154847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38" creationId="{50DAB953-2A85-45D0-AA4E-23E66C14156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39" creationId="{2C6054E4-D48F-43AB-885A-867BA8BA6A8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40" creationId="{83312642-24D0-41FA-924C-901751842ED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41" creationId="{F8CB7201-86C6-46CC-805C-EB5E9AC825D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42" creationId="{D324F036-C3DB-4FC0-98F2-19B73F5C670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43" creationId="{14E3E4AB-38BD-48A1-AB27-4C3544B489B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44" creationId="{EB72F29D-6E3C-44C4-95AD-9694D057E26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45" creationId="{2B8A7B82-674C-4C1F-8CD9-D55A9142FFB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46" creationId="{E7C9310F-AC67-44CE-839F-5AB54F957A6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47" creationId="{CD837687-C0EB-4712-9701-F3FFF44BE78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48" creationId="{252FEA0B-C54B-472D-BBCB-0F1488FF8B7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49" creationId="{677C4104-6DEE-4FEF-BF46-2FF9B7B8E5D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50" creationId="{3B786996-7D4E-43A7-AF68-ED9D340AAF9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51" creationId="{834D804B-2A91-4C27-87D9-34611B0CFA2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52" creationId="{753B1335-C187-4ADB-A286-C9042D078C4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53" creationId="{210AFB39-80A4-4488-9415-222DA215D1D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54" creationId="{3900A004-67B6-416E-8C5B-D5C1C7CC889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55" creationId="{05BB28B7-C7BD-4480-AB08-32B3C859660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56" creationId="{0B4FBB7D-D103-49C1-8C1A-47E14304586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57" creationId="{7222BD70-82E3-4C31-BFDF-0DA8034405F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58" creationId="{E3F7F962-36C3-4B71-8424-422D75528A5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59" creationId="{824E8463-EA93-48D5-9F6B-5C1D853AC41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60" creationId="{9690FE62-B1CC-41CD-8F06-DC14586D70C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61" creationId="{16DF77A5-DFD6-4BFB-B45E-B2ED8EA07F1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62" creationId="{7807D70C-0ECF-4A23-A8B9-E36BDFE9EAA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63" creationId="{9BA0A31C-D40E-4913-A700-CAB377D6441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64" creationId="{D196E25A-BF1A-4971-8C47-275CA0DB30C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65" creationId="{B14B7890-817C-4426-9217-DF9173AC32E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66" creationId="{6F7F967D-86F6-4099-B0E3-C8C2B691A39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67" creationId="{C017810B-B17A-4A45-A4C6-F82BC3CBBDD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68" creationId="{563D2D52-B11A-4A94-9DB9-FF5787B970F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69" creationId="{9394D206-AE43-41E6-A6F3-356C8F488BA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70" creationId="{DB8F2D69-16A6-4F63-853E-67E92A5DF5F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71" creationId="{A540215E-8FD1-4A70-9F6B-D5C6EAF8F48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72" creationId="{AD8CB201-43D6-4DF2-8ABB-658BDD1B58C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73" creationId="{4622CF5B-5658-41EE-BD70-46D109DF1E2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74" creationId="{E034DDB1-DCEA-4E46-AE99-F184C59BC6C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75" creationId="{ABB534EC-D0F1-46CD-93A4-4C08AF4D8FB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76" creationId="{96E6C3DA-17B3-423B-83BF-617ECD3ECE0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77" creationId="{F6D47695-2E3A-4608-82F2-E0530F056BD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78" creationId="{3A4A0B8C-4705-4EF7-B937-82BEBB6871E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79" creationId="{8C0C04B5-12A2-4BF3-BFC4-5DFCC28E067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80" creationId="{718ECEA6-DE42-48E5-9A87-F1341FB4C8A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81" creationId="{3EE1882E-9B50-4AAD-AA96-E437790C545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82" creationId="{0DD7021A-DF6A-485E-B581-CE06F225479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83" creationId="{839F250E-6668-418A-867A-48ED18F5B82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84" creationId="{1A5BF994-8AA6-42A5-8E42-A9A54BF2375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85" creationId="{B00F0CFB-CA26-49C2-9123-5A254C6462C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86" creationId="{1D9A54C0-DBCE-4D51-9A53-8FE813E559C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87" creationId="{1AF1B6C6-D841-4CEB-9236-2646E2B40FE0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88" creationId="{120091CB-F087-4AFE-A9C7-FE3C658B108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89" creationId="{8AEA0592-89BA-463A-A248-4B92C03A62DB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90" creationId="{06C10DB0-600C-4712-8D7B-979CB25D0BF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91" creationId="{58D250DF-DC64-4062-9DDB-EF4D6DC5097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92" creationId="{7C50027A-5C03-459A-AD5B-C7EEC5C8E6A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93" creationId="{3670BE57-6AD2-4285-A8A6-72585F23373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94" creationId="{E125D3CC-27E8-4A23-BB32-E637DE4400C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95" creationId="{98A5FC26-99DF-42A0-B1CD-1F220C476FC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96" creationId="{36A91AEA-1513-4D27-9292-959FB14FC59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97" creationId="{B379616A-71A0-4DCA-A3A0-6E0A4BA64F5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98" creationId="{59C33E52-E3B1-4C77-B4BF-A1B6CA94A8C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899" creationId="{52EE6EB4-00FE-4C5C-9462-8FF1D02ED09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00" creationId="{345613E1-1321-4180-BF92-E1AC5516F87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01" creationId="{15744795-EC4D-4928-BD48-2F73ED8516B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02" creationId="{E77EBDF5-8556-4B90-A0D4-59B5F62D312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03" creationId="{FCCE831E-01D4-4ABE-89A3-EE9FDC7E3A2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04" creationId="{E0EFA0D8-4CE0-47EC-8F1C-0BB132015C9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05" creationId="{590D6049-1B6C-4BD7-B69B-AD7EA08EE52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06" creationId="{4BAEB8D8-DD83-45B4-9451-B838F43CE41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07" creationId="{B4D6E805-982E-4B5D-8AB6-B73E7CB15B7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08" creationId="{95BC68C7-1583-4C37-AB48-13835C5019F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09" creationId="{B1A1BDF6-4613-470A-BD02-65C62A58582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10" creationId="{9DD5D1AE-F1FE-46E2-9B03-973A2CC57E7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11" creationId="{887C31CB-D2CE-430D-9F81-3C3C1983223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12" creationId="{2B6070D0-6D7A-4DDF-B028-07683DBBB29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13" creationId="{9131DE4B-C497-452D-84BC-C50B8964EEC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14" creationId="{799C0785-A4BD-48FB-91A9-14E967D22FD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15" creationId="{3D49B812-97D2-4CC8-8077-C26AEEA1542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16" creationId="{3DCE4DD8-E8CC-4723-8A38-BBD8DC6817F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17" creationId="{33B758CC-A4B1-4EF8-AB52-6C62CBF3B1E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18" creationId="{1F1EB06C-5261-45F6-96F5-D92EACF89AA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19" creationId="{CEB0AF2A-7A21-4068-88DC-FAC813B3267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20" creationId="{30636440-7769-457D-88AD-44535B66C37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21" creationId="{54088D81-BFDF-4816-AF02-45ABB0C414C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22" creationId="{BF1C32D4-1325-468C-BA11-07C2AE34662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23" creationId="{1D46D92D-2A9A-486A-A2A8-949FA4D504A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24" creationId="{DF9B4807-A867-48C7-81C6-C273FBF6CAB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25" creationId="{DD7E1043-8053-4823-BA92-FD353E11F9E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26" creationId="{473522FC-E0F5-4B53-AFCD-9C6DBDD5537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27" creationId="{CFD6546E-C96E-48F4-992B-AFB9B5B3F2C7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28" creationId="{2011738E-4EDC-4CA1-B82A-4D60F237221D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29" creationId="{63726FCD-10E8-4B90-AF6C-C8B308889AB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30" creationId="{5C4D8B27-E781-4683-B0A4-D32FE071036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31" creationId="{F5581DD9-A6AB-498B-829C-04AD23F1690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32" creationId="{64E6ECC6-2B80-439F-9883-6073BFE93F6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33" creationId="{7A56B0A6-7AB9-4BCA-9D4F-0B6F7CB5C27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34" creationId="{4DE3AFDD-425A-42D1-8BF1-073A8B66B25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35" creationId="{97DD3EA3-ACA2-4309-A887-391D04628D0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36" creationId="{EB086673-EE0F-4025-ACBB-B22816EF4B9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37" creationId="{FF4BF326-D2FD-4583-9E0A-21CDD12173E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38" creationId="{CD32818B-9B19-4023-96A4-F74EC6C28903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39" creationId="{3D9E7688-012D-460E-9DEC-AC1DC2B7A57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40" creationId="{ECB52FAC-EAF9-4BFB-9FF4-E4674446017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41" creationId="{1921E9B9-7B6A-4DB6-B05A-80D69A630A8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42" creationId="{EEC3F7ED-F91C-4DE4-A573-380BE569AE7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43" creationId="{10788CB3-205D-4F21-89C1-54558041C42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44" creationId="{64F8250D-6D66-4D4B-B1BB-7989C26AE9D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45" creationId="{6EDF54DA-9050-40AE-9261-D3E6DA5C148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46" creationId="{247D41B7-657F-43B3-9648-FECC837353F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47" creationId="{585819A2-3C4A-4A31-B430-813BE70F9F9C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48" creationId="{44B42D70-7898-4CD8-A644-B14D05A394A6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49" creationId="{25F8B883-8150-455F-9CBD-693C043285B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50" creationId="{9EAEB3B1-0B72-44EF-A063-1C99CF8BC34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51" creationId="{7B9E04C3-8768-457E-9D74-9D8C11DDCC5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52" creationId="{149EE636-F4DF-41B2-A537-2326B2E5CD1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53" creationId="{AC8B16DF-1374-4B59-ACBF-9B53FD10E0F1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54" creationId="{7995F553-C6FC-4CB7-9142-763FEA882FD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55" creationId="{FAAE461C-1638-40A3-BA23-E81A4AC28D8E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56" creationId="{7ED5568D-6834-4794-8AA3-1C23B317546A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57" creationId="{18C46D18-12F5-4B01-AF32-1CE830369EB9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58" creationId="{0F375304-A70F-47D6-BE84-38B1AA2F88C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59" creationId="{753ABA75-0079-456B-983D-C2DF1915E5B5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60" creationId="{F788BE8E-475C-4E52-8900-F7F04B19177A}"/>
          </ac:spMkLst>
        </pc:spChg>
        <pc:spChg chg="mod modVis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61" creationId="{E898889A-DE47-4815-B904-68B11EC8EC52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62" creationId="{C7EA0419-BB1D-46B1-AA7C-CC602F772934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63" creationId="{8E67B59F-F791-4C30-9918-9E375DD2B83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64" creationId="{E744D7B5-6FF1-4902-8E69-1A6679F7121F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65" creationId="{A960F245-77EA-4E7D-A989-2971CF061978}"/>
          </ac:spMkLst>
        </pc:spChg>
        <pc:spChg chg="mod">
          <ac:chgData name="Rodrigo Araujo" userId="752af794b4f85fcd" providerId="LiveId" clId="{6D24FAE8-C4A8-49C4-A4B7-74B898226365}" dt="2025-08-03T22:50:48.429" v="2167" actId="1076"/>
          <ac:spMkLst>
            <pc:docMk/>
            <pc:sldMk cId="394869686" sldId="282"/>
            <ac:spMk id="3966" creationId="{8F12FEB0-31FE-4BD3-9DCD-D28AE91E80E9}"/>
          </ac:spMkLst>
        </pc:spChg>
        <pc:grpChg chg="del mod">
          <ac:chgData name="Rodrigo Araujo" userId="752af794b4f85fcd" providerId="LiveId" clId="{6D24FAE8-C4A8-49C4-A4B7-74B898226365}" dt="2025-08-03T14:47:20.496" v="1889" actId="165"/>
          <ac:grpSpMkLst>
            <pc:docMk/>
            <pc:sldMk cId="394869686" sldId="282"/>
            <ac:grpSpMk id="9" creationId="{DB6DB09E-1B21-462C-AE21-E1B0152D9619}"/>
          </ac:grpSpMkLst>
        </pc:grpChg>
        <pc:grpChg chg="mod topLvl">
          <ac:chgData name="Rodrigo Araujo" userId="752af794b4f85fcd" providerId="LiveId" clId="{6D24FAE8-C4A8-49C4-A4B7-74B898226365}" dt="2025-08-03T22:57:34.561" v="2198" actId="1076"/>
          <ac:grpSpMkLst>
            <pc:docMk/>
            <pc:sldMk cId="394869686" sldId="282"/>
            <ac:grpSpMk id="2394" creationId="{5F411257-9934-45F8-9C32-9EA9C0F18F58}"/>
          </ac:grpSpMkLst>
        </pc:grpChg>
        <pc:picChg chg="add del mod">
          <ac:chgData name="Rodrigo Araujo" userId="752af794b4f85fcd" providerId="LiveId" clId="{6D24FAE8-C4A8-49C4-A4B7-74B898226365}" dt="2025-08-03T14:47:54.081" v="1895"/>
          <ac:picMkLst>
            <pc:docMk/>
            <pc:sldMk cId="394869686" sldId="282"/>
            <ac:picMk id="3" creationId="{B63A63F3-B2AA-405D-AEFF-D1C945D569B7}"/>
          </ac:picMkLst>
        </pc:picChg>
        <pc:picChg chg="del mod">
          <ac:chgData name="Rodrigo Araujo" userId="752af794b4f85fcd" providerId="LiveId" clId="{6D24FAE8-C4A8-49C4-A4B7-74B898226365}" dt="2025-08-02T18:55:24.990" v="253" actId="478"/>
          <ac:picMkLst>
            <pc:docMk/>
            <pc:sldMk cId="394869686" sldId="282"/>
            <ac:picMk id="5" creationId="{422BFB86-F862-ACCB-BB10-DC1620A4C36F}"/>
          </ac:picMkLst>
        </pc:picChg>
        <pc:picChg chg="add mod">
          <ac:chgData name="Rodrigo Araujo" userId="752af794b4f85fcd" providerId="LiveId" clId="{6D24FAE8-C4A8-49C4-A4B7-74B898226365}" dt="2025-08-02T19:14:15.873" v="272" actId="1038"/>
          <ac:picMkLst>
            <pc:docMk/>
            <pc:sldMk cId="394869686" sldId="282"/>
            <ac:picMk id="7" creationId="{6D17954E-2CB6-48FC-A020-B6CFA60AE0B2}"/>
          </ac:picMkLst>
        </pc:picChg>
        <pc:picChg chg="add mod">
          <ac:chgData name="Rodrigo Araujo" userId="752af794b4f85fcd" providerId="LiveId" clId="{6D24FAE8-C4A8-49C4-A4B7-74B898226365}" dt="2025-08-03T22:56:59.368" v="2188" actId="1440"/>
          <ac:picMkLst>
            <pc:docMk/>
            <pc:sldMk cId="394869686" sldId="282"/>
            <ac:picMk id="28674" creationId="{23151377-292B-40AD-B49D-5E604881C112}"/>
          </ac:picMkLst>
        </pc:picChg>
        <pc:cxnChg chg="mod">
          <ac:chgData name="Rodrigo Araujo" userId="752af794b4f85fcd" providerId="LiveId" clId="{6D24FAE8-C4A8-49C4-A4B7-74B898226365}" dt="2025-08-02T19:51:39.114" v="648" actId="208"/>
          <ac:cxnSpMkLst>
            <pc:docMk/>
            <pc:sldMk cId="394869686" sldId="282"/>
            <ac:cxnSpMk id="1581" creationId="{227F936B-58A3-4574-93FB-EC4EDDD16BCA}"/>
          </ac:cxnSpMkLst>
        </pc:cxnChg>
        <pc:cxnChg chg="mod">
          <ac:chgData name="Rodrigo Araujo" userId="752af794b4f85fcd" providerId="LiveId" clId="{6D24FAE8-C4A8-49C4-A4B7-74B898226365}" dt="2025-08-02T19:51:39.114" v="648" actId="208"/>
          <ac:cxnSpMkLst>
            <pc:docMk/>
            <pc:sldMk cId="394869686" sldId="282"/>
            <ac:cxnSpMk id="1582" creationId="{7011DB95-1C58-4FFA-BD13-431FA7D650A2}"/>
          </ac:cxnSpMkLst>
        </pc:cxnChg>
        <pc:cxnChg chg="mod">
          <ac:chgData name="Rodrigo Araujo" userId="752af794b4f85fcd" providerId="LiveId" clId="{6D24FAE8-C4A8-49C4-A4B7-74B898226365}" dt="2025-08-02T19:51:39.114" v="648" actId="208"/>
          <ac:cxnSpMkLst>
            <pc:docMk/>
            <pc:sldMk cId="394869686" sldId="282"/>
            <ac:cxnSpMk id="1584" creationId="{E67B8B2B-4B2D-4A98-943F-54882E41A98C}"/>
          </ac:cxnSpMkLst>
        </pc:cxnChg>
      </pc:sldChg>
      <pc:sldChg chg="modSp del mod">
        <pc:chgData name="Rodrigo Araujo" userId="752af794b4f85fcd" providerId="LiveId" clId="{6D24FAE8-C4A8-49C4-A4B7-74B898226365}" dt="2025-08-04T01:16:10.758" v="2258" actId="47"/>
        <pc:sldMkLst>
          <pc:docMk/>
          <pc:sldMk cId="1413264638" sldId="283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13264638" sldId="283"/>
            <ac:spMk id="2" creationId="{20C028F5-D25C-CECF-4F8A-33F4C6006009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13264638" sldId="283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19:59:16.214" v="668" actId="20577"/>
          <ac:spMkLst>
            <pc:docMk/>
            <pc:sldMk cId="1413264638" sldId="283"/>
            <ac:spMk id="4" creationId="{A807CE6B-CE9E-FEBC-9C56-43169BE92B08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13264638" sldId="283"/>
            <ac:spMk id="7" creationId="{84AE67EF-737F-4F53-BDEC-2548D3584EC4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13264638" sldId="283"/>
            <ac:spMk id="9" creationId="{3AB5F4D9-CEA0-4472-9B11-E7C3C6D530B7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13264638" sldId="283"/>
            <ac:spMk id="12" creationId="{853EE781-5609-4DEA-BC4B-B738B73EF41E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13264638" sldId="283"/>
            <ac:spMk id="13" creationId="{14150AB4-2F36-481E-8F4E-330FD5C2FE2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13264638" sldId="283"/>
            <ac:spMk id="14" creationId="{9EBA86E2-0E5F-4450-99E6-32AE5D6D67D4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13264638" sldId="283"/>
            <ac:spMk id="15" creationId="{DB90C4F5-AE49-4DD5-A377-8F3F03074D9F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13264638" sldId="283"/>
            <ac:spMk id="16" creationId="{0081A556-F151-49E4-9E6B-52545E7701FD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13264638" sldId="283"/>
            <ac:spMk id="18" creationId="{ABCFBA81-E349-459B-9BD2-FFEDF35D985C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13264638" sldId="283"/>
            <ac:spMk id="20" creationId="{2E804D0C-1889-4FE5-9432-CBD8AB08FBF5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13264638" sldId="283"/>
            <ac:spMk id="21" creationId="{0EBF7F72-B493-4AB8-9600-DAF428D48236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13264638" sldId="283"/>
            <ac:spMk id="24" creationId="{06EFA972-15F6-49EA-AA89-BC6C1DC0FAF3}"/>
          </ac:spMkLst>
        </pc:sp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1413264638" sldId="283"/>
            <ac:picMk id="5" creationId="{422BFB86-F862-ACCB-BB10-DC1620A4C36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413264638" sldId="283"/>
            <ac:cxnSpMk id="19" creationId="{9C4B2FE5-C159-4A4E-94D9-E463F1CA122C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413264638" sldId="283"/>
            <ac:cxnSpMk id="22" creationId="{9BDD28D6-AAC3-4F08-B95A-185EB00367D0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413264638" sldId="283"/>
            <ac:cxnSpMk id="23" creationId="{FA3752BB-EAF8-42DC-BA8B-8B36F3637399}"/>
          </ac:cxnSpMkLst>
        </pc:cxnChg>
      </pc:sldChg>
      <pc:sldChg chg="addSp delSp modSp mod ord">
        <pc:chgData name="Rodrigo Araujo" userId="752af794b4f85fcd" providerId="LiveId" clId="{6D24FAE8-C4A8-49C4-A4B7-74B898226365}" dt="2025-08-03T22:10:30.931" v="1923" actId="20577"/>
        <pc:sldMkLst>
          <pc:docMk/>
          <pc:sldMk cId="1952826318" sldId="286"/>
        </pc:sldMkLst>
        <pc:spChg chg="mod topLvl">
          <ac:chgData name="Rodrigo Araujo" userId="752af794b4f85fcd" providerId="LiveId" clId="{6D24FAE8-C4A8-49C4-A4B7-74B898226365}" dt="2025-08-02T20:36:47.577" v="939" actId="165"/>
          <ac:spMkLst>
            <pc:docMk/>
            <pc:sldMk cId="1952826318" sldId="286"/>
            <ac:spMk id="3" creationId="{877CFF86-CA7C-9877-13C0-9DDED7702483}"/>
          </ac:spMkLst>
        </pc:spChg>
        <pc:spChg chg="mod topLvl">
          <ac:chgData name="Rodrigo Araujo" userId="752af794b4f85fcd" providerId="LiveId" clId="{6D24FAE8-C4A8-49C4-A4B7-74B898226365}" dt="2025-08-02T20:41:22.975" v="1000" actId="14100"/>
          <ac:spMkLst>
            <pc:docMk/>
            <pc:sldMk cId="1952826318" sldId="286"/>
            <ac:spMk id="4" creationId="{A807CE6B-CE9E-FEBC-9C56-43169BE92B08}"/>
          </ac:spMkLst>
        </pc:spChg>
        <pc:spChg chg="add mod">
          <ac:chgData name="Rodrigo Araujo" userId="752af794b4f85fcd" providerId="LiveId" clId="{6D24FAE8-C4A8-49C4-A4B7-74B898226365}" dt="2025-08-03T22:10:30.931" v="1923" actId="20577"/>
          <ac:spMkLst>
            <pc:docMk/>
            <pc:sldMk cId="1952826318" sldId="286"/>
            <ac:spMk id="6" creationId="{D9310EA5-C8E6-478F-921A-E89880257DB5}"/>
          </ac:spMkLst>
        </pc:spChg>
        <pc:spChg chg="mod topLvl">
          <ac:chgData name="Rodrigo Araujo" userId="752af794b4f85fcd" providerId="LiveId" clId="{6D24FAE8-C4A8-49C4-A4B7-74B898226365}" dt="2025-08-02T20:39:19.253" v="965" actId="1076"/>
          <ac:spMkLst>
            <pc:docMk/>
            <pc:sldMk cId="1952826318" sldId="286"/>
            <ac:spMk id="8" creationId="{B684A3E9-09F8-4201-AB78-6E4CC0B4299B}"/>
          </ac:spMkLst>
        </pc:spChg>
        <pc:spChg chg="add del mod">
          <ac:chgData name="Rodrigo Araujo" userId="752af794b4f85fcd" providerId="LiveId" clId="{6D24FAE8-C4A8-49C4-A4B7-74B898226365}" dt="2025-08-02T20:31:42.153" v="895" actId="478"/>
          <ac:spMkLst>
            <pc:docMk/>
            <pc:sldMk cId="1952826318" sldId="286"/>
            <ac:spMk id="9" creationId="{CBA979F3-B21B-4EAF-AAF3-2AA64D1B203E}"/>
          </ac:spMkLst>
        </pc:spChg>
        <pc:spChg chg="mod topLvl">
          <ac:chgData name="Rodrigo Araujo" userId="752af794b4f85fcd" providerId="LiveId" clId="{6D24FAE8-C4A8-49C4-A4B7-74B898226365}" dt="2025-08-02T20:39:19.253" v="965" actId="1076"/>
          <ac:spMkLst>
            <pc:docMk/>
            <pc:sldMk cId="1952826318" sldId="286"/>
            <ac:spMk id="10" creationId="{006981B3-7B5A-4F2A-B0A1-07F8300A05F0}"/>
          </ac:spMkLst>
        </pc:spChg>
        <pc:spChg chg="mod topLvl">
          <ac:chgData name="Rodrigo Araujo" userId="752af794b4f85fcd" providerId="LiveId" clId="{6D24FAE8-C4A8-49C4-A4B7-74B898226365}" dt="2025-08-02T20:39:19.253" v="965" actId="1076"/>
          <ac:spMkLst>
            <pc:docMk/>
            <pc:sldMk cId="1952826318" sldId="286"/>
            <ac:spMk id="11" creationId="{F38DF1A4-FA75-469A-AD02-161CCA011B8B}"/>
          </ac:spMkLst>
        </pc:spChg>
        <pc:spChg chg="del mod topLvl">
          <ac:chgData name="Rodrigo Araujo" userId="752af794b4f85fcd" providerId="LiveId" clId="{6D24FAE8-C4A8-49C4-A4B7-74B898226365}" dt="2025-08-02T20:39:06.785" v="964" actId="478"/>
          <ac:spMkLst>
            <pc:docMk/>
            <pc:sldMk cId="1952826318" sldId="286"/>
            <ac:spMk id="12" creationId="{87FFD6F5-758A-4A89-A537-2C95F71F0A99}"/>
          </ac:spMkLst>
        </pc:spChg>
        <pc:spChg chg="mod">
          <ac:chgData name="Rodrigo Araujo" userId="752af794b4f85fcd" providerId="LiveId" clId="{6D24FAE8-C4A8-49C4-A4B7-74B898226365}" dt="2025-08-02T20:33:30.995" v="909" actId="207"/>
          <ac:spMkLst>
            <pc:docMk/>
            <pc:sldMk cId="1952826318" sldId="286"/>
            <ac:spMk id="19" creationId="{86AC9277-ED4F-47F7-96ED-1D8C7920FAE4}"/>
          </ac:spMkLst>
        </pc:spChg>
        <pc:spChg chg="del mod">
          <ac:chgData name="Rodrigo Araujo" userId="752af794b4f85fcd" providerId="LiveId" clId="{6D24FAE8-C4A8-49C4-A4B7-74B898226365}" dt="2025-08-02T20:28:55.107" v="877" actId="478"/>
          <ac:spMkLst>
            <pc:docMk/>
            <pc:sldMk cId="1952826318" sldId="286"/>
            <ac:spMk id="20" creationId="{BC20E430-B1BC-490F-8E4D-8ABE10683937}"/>
          </ac:spMkLst>
        </pc:spChg>
        <pc:spChg chg="add mod">
          <ac:chgData name="Rodrigo Araujo" userId="752af794b4f85fcd" providerId="LiveId" clId="{6D24FAE8-C4A8-49C4-A4B7-74B898226365}" dt="2025-08-02T20:40:51.268" v="996" actId="1076"/>
          <ac:spMkLst>
            <pc:docMk/>
            <pc:sldMk cId="1952826318" sldId="286"/>
            <ac:spMk id="21" creationId="{75BDCD1F-49A1-4AF4-9207-B3907EA46C7F}"/>
          </ac:spMkLst>
        </pc:spChg>
        <pc:grpChg chg="del mod">
          <ac:chgData name="Rodrigo Araujo" userId="752af794b4f85fcd" providerId="LiveId" clId="{6D24FAE8-C4A8-49C4-A4B7-74B898226365}" dt="2025-08-02T20:36:47.577" v="939" actId="165"/>
          <ac:grpSpMkLst>
            <pc:docMk/>
            <pc:sldMk cId="1952826318" sldId="286"/>
            <ac:grpSpMk id="2" creationId="{270DE89C-05F2-4FDB-948C-FA749CDCC27B}"/>
          </ac:grpSpMkLst>
        </pc:grpChg>
        <pc:picChg chg="del mod">
          <ac:chgData name="Rodrigo Araujo" userId="752af794b4f85fcd" providerId="LiveId" clId="{6D24FAE8-C4A8-49C4-A4B7-74B898226365}" dt="2025-08-02T20:31:36.531" v="894" actId="478"/>
          <ac:picMkLst>
            <pc:docMk/>
            <pc:sldMk cId="1952826318" sldId="286"/>
            <ac:picMk id="5" creationId="{422BFB86-F862-ACCB-BB10-DC1620A4C36F}"/>
          </ac:picMkLst>
        </pc:picChg>
        <pc:picChg chg="add mod">
          <ac:chgData name="Rodrigo Araujo" userId="752af794b4f85fcd" providerId="LiveId" clId="{6D24FAE8-C4A8-49C4-A4B7-74B898226365}" dt="2025-08-02T21:31:47.658" v="1290"/>
          <ac:picMkLst>
            <pc:docMk/>
            <pc:sldMk cId="1952826318" sldId="286"/>
            <ac:picMk id="22" creationId="{67D22055-D0F4-4301-8AF4-09A2F315D19A}"/>
          </ac:picMkLst>
        </pc:picChg>
        <pc:picChg chg="mod topLvl">
          <ac:chgData name="Rodrigo Araujo" userId="752af794b4f85fcd" providerId="LiveId" clId="{6D24FAE8-C4A8-49C4-A4B7-74B898226365}" dt="2025-08-02T20:41:00.452" v="997" actId="1076"/>
          <ac:picMkLst>
            <pc:docMk/>
            <pc:sldMk cId="1952826318" sldId="286"/>
            <ac:picMk id="1026" creationId="{616BED99-54F8-4249-9574-2016548C2944}"/>
          </ac:picMkLst>
        </pc:picChg>
        <pc:cxnChg chg="mod">
          <ac:chgData name="Rodrigo Araujo" userId="752af794b4f85fcd" providerId="LiveId" clId="{6D24FAE8-C4A8-49C4-A4B7-74B898226365}" dt="2025-08-02T20:33:28.248" v="908" actId="208"/>
          <ac:cxnSpMkLst>
            <pc:docMk/>
            <pc:sldMk cId="1952826318" sldId="286"/>
            <ac:cxnSpMk id="13" creationId="{C7C20ACA-DA2E-4371-8548-9F81844AC463}"/>
          </ac:cxnSpMkLst>
        </pc:cxnChg>
        <pc:cxnChg chg="mod">
          <ac:chgData name="Rodrigo Araujo" userId="752af794b4f85fcd" providerId="LiveId" clId="{6D24FAE8-C4A8-49C4-A4B7-74B898226365}" dt="2025-08-02T20:33:28.248" v="908" actId="208"/>
          <ac:cxnSpMkLst>
            <pc:docMk/>
            <pc:sldMk cId="1952826318" sldId="286"/>
            <ac:cxnSpMk id="15" creationId="{E3161656-1C35-4DAA-BE6A-8EF563DAC9DB}"/>
          </ac:cxnSpMkLst>
        </pc:cxnChg>
        <pc:cxnChg chg="mod">
          <ac:chgData name="Rodrigo Araujo" userId="752af794b4f85fcd" providerId="LiveId" clId="{6D24FAE8-C4A8-49C4-A4B7-74B898226365}" dt="2025-08-02T20:33:28.248" v="908" actId="208"/>
          <ac:cxnSpMkLst>
            <pc:docMk/>
            <pc:sldMk cId="1952826318" sldId="286"/>
            <ac:cxnSpMk id="16" creationId="{78A628D6-CEA6-45BA-A8F9-D9F9895239B3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1292865827" sldId="290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292865827" sldId="290"/>
            <ac:spMk id="8" creationId="{7E7DA33A-DAD4-47A0-B471-ACCEAAE0EE58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292865827" sldId="290"/>
            <ac:spMk id="9" creationId="{C1E71287-5B4A-4231-8027-5D3CDDD09C8D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292865827" sldId="290"/>
            <ac:spMk id="10" creationId="{ECB8B4B5-4044-4A99-A7EB-CCC14DA4777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292865827" sldId="290"/>
            <ac:spMk id="12" creationId="{4541E6C4-397C-4809-8B71-35D27CB49E7A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292865827" sldId="290"/>
            <ac:spMk id="13" creationId="{726E1402-A816-4930-9614-CB64AE254507}"/>
          </ac:spMkLst>
        </pc:sp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1292865827" sldId="290"/>
            <ac:picMk id="5" creationId="{422BFB86-F862-ACCB-BB10-DC1620A4C36F}"/>
          </ac:picMkLst>
        </pc:pic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1292865827" sldId="290"/>
            <ac:picMk id="1026" creationId="{4C140D6E-78B5-4D5C-88EB-598C0CBB0ACD}"/>
          </ac:picMkLst>
        </pc:pic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1292865827" sldId="290"/>
            <ac:picMk id="2050" creationId="{DE759A9C-6B5A-CE98-6AEF-F64F5D870EF0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292865827" sldId="290"/>
            <ac:cxnSpMk id="14" creationId="{52061913-8E40-4F29-9209-ACD5D47B9466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292865827" sldId="290"/>
            <ac:cxnSpMk id="15" creationId="{9F7B2A2B-B4B1-4987-A759-2B6BEA54D91E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292865827" sldId="290"/>
            <ac:cxnSpMk id="16" creationId="{4890451B-9F3B-4B62-85CA-44D4A6A8AED6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4200797258" sldId="294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00797258" sldId="294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00797258" sldId="294"/>
            <ac:spMk id="7" creationId="{1A06F06E-FE45-8B25-FB2B-FFFAC08BB25F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00797258" sldId="294"/>
            <ac:spMk id="8" creationId="{99181680-3B31-EBF2-3FD1-A9D4486AFEA9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00797258" sldId="294"/>
            <ac:spMk id="9" creationId="{C406953D-A97D-2F8E-2A02-4DD6BCEBCAE6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00797258" sldId="294"/>
            <ac:spMk id="12" creationId="{03872760-9B42-4190-A997-7A81732D14E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00797258" sldId="294"/>
            <ac:spMk id="13" creationId="{A55C7614-DE52-EE5C-8000-BCFDA6D23916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00797258" sldId="294"/>
            <ac:spMk id="17" creationId="{9589EAF9-C0B9-408D-8172-9D66A9B1ED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00797258" sldId="294"/>
            <ac:spMk id="18" creationId="{D8259720-364D-4651-AB2C-1C9CB9E89298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00797258" sldId="294"/>
            <ac:spMk id="19" creationId="{B6F84E61-927E-209E-1620-6223D9472339}"/>
          </ac:spMkLst>
        </pc:sp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4200797258" sldId="294"/>
            <ac:graphicFrameMk id="6" creationId="{51F9C4AE-BB01-4587-84DF-E4847A8FDF64}"/>
          </ac:graphicFrameMkLst>
        </pc:graphicFrame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4200797258" sldId="294"/>
            <ac:picMk id="5" creationId="{422BFB86-F862-ACCB-BB10-DC1620A4C36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4200797258" sldId="294"/>
            <ac:cxnSpMk id="14" creationId="{BEB57921-445F-4FA3-9F2A-55EAF14750E0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4200797258" sldId="294"/>
            <ac:cxnSpMk id="15" creationId="{8A81DFB5-C517-460C-A65D-5D1E795C8D38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4200797258" sldId="294"/>
            <ac:cxnSpMk id="16" creationId="{869F4EC4-FB0F-4A07-A61E-D44D8DC64008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3023054949" sldId="296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023054949" sldId="296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023054949" sldId="296"/>
            <ac:spMk id="6" creationId="{C947538B-5F15-3157-065A-537460303BFB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023054949" sldId="296"/>
            <ac:spMk id="7" creationId="{1A06F06E-FE45-8B25-FB2B-FFFAC08BB25F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023054949" sldId="296"/>
            <ac:spMk id="10" creationId="{1EE953F2-85EE-4400-A546-0880FF368B28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023054949" sldId="296"/>
            <ac:spMk id="11" creationId="{357ED5ED-F0C0-1702-FA66-41C49FB9E2BA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023054949" sldId="296"/>
            <ac:spMk id="12" creationId="{4F3AE05E-9CCB-40AA-AE2B-4829F03AA82B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023054949" sldId="296"/>
            <ac:spMk id="13" creationId="{A55C7614-DE52-EE5C-8000-BCFDA6D23916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023054949" sldId="296"/>
            <ac:spMk id="14" creationId="{8C19CECC-5AA8-4D11-9C0A-3F05F01FB21A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023054949" sldId="296"/>
            <ac:spMk id="18" creationId="{4F55AAEB-9B44-44CC-B5F1-826CCAE5ABEA}"/>
          </ac:spMkLst>
        </pc:sp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3023054949" sldId="296"/>
            <ac:graphicFrameMk id="4" creationId="{8F0785D7-F442-4B9F-8C8D-8F0D6996C786}"/>
          </ac:graphicFrameMkLst>
        </pc:graphicFrame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3023054949" sldId="296"/>
            <ac:picMk id="5" creationId="{422BFB86-F862-ACCB-BB10-DC1620A4C36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023054949" sldId="296"/>
            <ac:cxnSpMk id="15" creationId="{02C3192E-47D3-45DC-BD7D-82E809B1B5A1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023054949" sldId="296"/>
            <ac:cxnSpMk id="16" creationId="{091A67FD-8CD5-43B1-B9CC-0C2E0426368F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023054949" sldId="296"/>
            <ac:cxnSpMk id="17" creationId="{47BF3C91-25B8-4E47-A864-A3351C45B697}"/>
          </ac:cxnSpMkLst>
        </pc:cxnChg>
      </pc:sldChg>
      <pc:sldChg chg="modSp del modNotes">
        <pc:chgData name="Rodrigo Araujo" userId="752af794b4f85fcd" providerId="LiveId" clId="{6D24FAE8-C4A8-49C4-A4B7-74B898226365}" dt="2025-08-04T01:16:03.475" v="2257" actId="47"/>
        <pc:sldMkLst>
          <pc:docMk/>
          <pc:sldMk cId="2247979014" sldId="298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247979014" sldId="298"/>
            <ac:spMk id="2" creationId="{69722938-5D51-A7E8-6E5E-DA8266D084D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247979014" sldId="298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247979014" sldId="298"/>
            <ac:spMk id="10" creationId="{6171D968-F93C-7DDA-91A5-0EB3DA35EF1E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247979014" sldId="298"/>
            <ac:spMk id="14" creationId="{021AE150-F884-4B90-B79E-07C359349D9D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247979014" sldId="298"/>
            <ac:spMk id="16" creationId="{07FCD79C-D06C-4692-710A-5425FBF85A5F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247979014" sldId="298"/>
            <ac:spMk id="17" creationId="{912F96D7-1DBC-CC82-C9E7-9C1A18768B35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247979014" sldId="298"/>
            <ac:spMk id="18" creationId="{754B29C6-9397-71D7-64B8-0BEA46EE4527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247979014" sldId="298"/>
            <ac:spMk id="20" creationId="{47F36BCB-7027-22EA-D5DD-47CEB28BB4EB}"/>
          </ac:spMkLst>
        </pc:sp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2247979014" sldId="298"/>
            <ac:graphicFrameMk id="4" creationId="{9C91AE11-C3ED-4247-9639-5A63E8D60DF6}"/>
          </ac:graphicFrameMkLst>
        </pc:graphicFrame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2247979014" sldId="298"/>
            <ac:graphicFrameMk id="8" creationId="{5E643730-434E-489F-AE0D-F34E4E7F637E}"/>
          </ac:graphicFrameMkLst>
        </pc:graphicFrame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2247979014" sldId="298"/>
            <ac:picMk id="5" creationId="{422BFB86-F862-ACCB-BB10-DC1620A4C36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247979014" sldId="298"/>
            <ac:cxnSpMk id="15" creationId="{36376612-0A35-4CC7-A1D7-4A77706F165D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247979014" sldId="298"/>
            <ac:cxnSpMk id="21" creationId="{8A6D7EF5-EBA7-4151-ACE5-BA02CC29D5D0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247979014" sldId="298"/>
            <ac:cxnSpMk id="25" creationId="{134BDEC1-0C3A-41E7-830E-0F132C0E7D30}"/>
          </ac:cxnSpMkLst>
        </pc:cxnChg>
      </pc:sldChg>
      <pc:sldChg chg="modSp del modNotes">
        <pc:chgData name="Rodrigo Araujo" userId="752af794b4f85fcd" providerId="LiveId" clId="{6D24FAE8-C4A8-49C4-A4B7-74B898226365}" dt="2025-08-04T01:16:03.475" v="2257" actId="47"/>
        <pc:sldMkLst>
          <pc:docMk/>
          <pc:sldMk cId="180748347" sldId="299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80748347" sldId="299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80748347" sldId="299"/>
            <ac:spMk id="9" creationId="{587E1E78-40DA-F4E7-7F77-913F2D4D893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80748347" sldId="299"/>
            <ac:spMk id="16" creationId="{84B65A35-4B70-4EB8-A4E5-5B0958E2A228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80748347" sldId="299"/>
            <ac:spMk id="19" creationId="{B6F84E61-927E-209E-1620-6223D9472339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80748347" sldId="299"/>
            <ac:spMk id="21" creationId="{E999515D-A094-47E5-B889-7CA36FEDC3D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80748347" sldId="299"/>
            <ac:spMk id="26" creationId="{32F1D56D-A681-0A1B-4AB2-54418ED616FD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80748347" sldId="299"/>
            <ac:spMk id="27" creationId="{C8D4F475-65FE-ACDB-FE8E-C721A598BB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80748347" sldId="299"/>
            <ac:spMk id="28" creationId="{DDF6D1C4-FC9F-3B3A-941A-71071C573E0F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80748347" sldId="299"/>
            <ac:spMk id="29" creationId="{EC4B0E6D-7D4E-DDED-2A99-B362DA85B564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80748347" sldId="299"/>
            <ac:spMk id="30" creationId="{F28B7D07-CC57-0C37-665E-2374A18B78A6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80748347" sldId="299"/>
            <ac:spMk id="31" creationId="{2591C5BA-AC61-CD55-5EB4-1A98EC3780E9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80748347" sldId="299"/>
            <ac:spMk id="32" creationId="{89F2ACAE-6EBD-1D2C-DF30-FEF1254ABB1D}"/>
          </ac:spMkLst>
        </pc:sp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180748347" sldId="299"/>
            <ac:graphicFrameMk id="2" creationId="{8DF90937-D641-4DEF-99AF-FE6AECBF6F1C}"/>
          </ac:graphicFrameMkLst>
        </pc:graphicFrame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180748347" sldId="299"/>
            <ac:graphicFrameMk id="4" creationId="{9591698A-3F76-40C9-93B2-57E2230FF39A}"/>
          </ac:graphicFrameMkLst>
        </pc:graphicFrame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180748347" sldId="299"/>
            <ac:picMk id="5" creationId="{422BFB86-F862-ACCB-BB10-DC1620A4C36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80748347" sldId="299"/>
            <ac:cxnSpMk id="17" creationId="{79E46309-CA8F-47EB-80E5-1FC0DEE2A52E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80748347" sldId="299"/>
            <ac:cxnSpMk id="18" creationId="{4B5EF035-1646-4DD8-ACE4-4FB95980C3C3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80748347" sldId="299"/>
            <ac:cxnSpMk id="20" creationId="{0A603A24-368B-4C4A-BEDC-799E23C8A4E6}"/>
          </ac:cxnSpMkLst>
        </pc:cxnChg>
      </pc:sldChg>
      <pc:sldChg chg="modSp del modNotes">
        <pc:chgData name="Rodrigo Araujo" userId="752af794b4f85fcd" providerId="LiveId" clId="{6D24FAE8-C4A8-49C4-A4B7-74B898226365}" dt="2025-08-04T01:16:03.475" v="2257" actId="47"/>
        <pc:sldMkLst>
          <pc:docMk/>
          <pc:sldMk cId="2578203554" sldId="301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578203554" sldId="301"/>
            <ac:spMk id="9" creationId="{587E1E78-40DA-F4E7-7F77-913F2D4D893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578203554" sldId="301"/>
            <ac:spMk id="12" creationId="{0F2D7BE0-C9BE-1CC5-A4EA-88666623E52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578203554" sldId="301"/>
            <ac:spMk id="13" creationId="{C2A44954-C350-095C-84C7-F382FABDAFDE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578203554" sldId="301"/>
            <ac:spMk id="14" creationId="{A0B03351-0571-82BF-36B0-544EF889B27D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578203554" sldId="301"/>
            <ac:spMk id="17" creationId="{9852C04E-3046-44A0-9988-A8ACA9188469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578203554" sldId="301"/>
            <ac:spMk id="19" creationId="{B6F84E61-927E-209E-1620-6223D9472339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578203554" sldId="301"/>
            <ac:spMk id="22" creationId="{E807B54B-952C-8BF7-EDBD-D2B20E41D5DF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578203554" sldId="301"/>
            <ac:spMk id="23" creationId="{A569D70B-C9D8-D1BD-2FC7-A3F247CF984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578203554" sldId="301"/>
            <ac:spMk id="24" creationId="{B8D01F83-5AB4-2AF2-AA02-7042F4E2F49C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578203554" sldId="301"/>
            <ac:spMk id="25" creationId="{24C00125-EF78-9B9A-DD73-1BCCF903EE9F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578203554" sldId="301"/>
            <ac:spMk id="27" creationId="{2256F7AC-1BAD-44D6-8142-615D5B5EF5E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578203554" sldId="301"/>
            <ac:spMk id="30" creationId="{DF046E08-3DF4-484B-A983-22C809F56892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578203554" sldId="301"/>
            <ac:spMk id="31" creationId="{74001A0E-A085-4FC4-AC04-AEB9E3F2AD76}"/>
          </ac:spMkLst>
        </pc:spChg>
        <pc:grpChg chg="mod">
          <ac:chgData name="Rodrigo Araujo" userId="752af794b4f85fcd" providerId="LiveId" clId="{6D24FAE8-C4A8-49C4-A4B7-74B898226365}" dt="2025-08-02T02:15:21.120" v="32"/>
          <ac:grpSpMkLst>
            <pc:docMk/>
            <pc:sldMk cId="2578203554" sldId="301"/>
            <ac:grpSpMk id="2" creationId="{0C00D973-106B-4DBB-90F0-764C0375EE35}"/>
          </ac:grpSpMkLst>
        </pc:grp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2578203554" sldId="301"/>
            <ac:graphicFrameMk id="28" creationId="{E5589ED2-5D08-D99B-E4F0-5A8DF2F2EAD4}"/>
          </ac:graphicFrameMkLst>
        </pc:graphicFrame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2578203554" sldId="301"/>
            <ac:graphicFrameMk id="29" creationId="{06B8F124-523F-C7CC-D6DB-1B86531D2987}"/>
          </ac:graphicFrameMkLst>
        </pc:graphicFrame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2578203554" sldId="301"/>
            <ac:picMk id="5" creationId="{422BFB86-F862-ACCB-BB10-DC1620A4C36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578203554" sldId="301"/>
            <ac:cxnSpMk id="4" creationId="{BFBA13E8-B94B-493F-A79E-243397BE3230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578203554" sldId="301"/>
            <ac:cxnSpMk id="18" creationId="{F69CA59A-A2B5-40EA-B916-3028652911B3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578203554" sldId="301"/>
            <ac:cxnSpMk id="20" creationId="{B0200496-03AE-4378-8CA8-BE4C9B219C22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578203554" sldId="301"/>
            <ac:cxnSpMk id="26" creationId="{FD4F58AB-A0E5-4AFF-9FE2-513FD48DAA44}"/>
          </ac:cxnSpMkLst>
        </pc:cxnChg>
      </pc:sldChg>
      <pc:sldChg chg="modSp del modNotes">
        <pc:chgData name="Rodrigo Araujo" userId="752af794b4f85fcd" providerId="LiveId" clId="{6D24FAE8-C4A8-49C4-A4B7-74B898226365}" dt="2025-08-04T01:16:03.475" v="2257" actId="47"/>
        <pc:sldMkLst>
          <pc:docMk/>
          <pc:sldMk cId="1177221514" sldId="303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177221514" sldId="303"/>
            <ac:spMk id="2" creationId="{69722938-5D51-A7E8-6E5E-DA8266D084D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177221514" sldId="303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177221514" sldId="303"/>
            <ac:spMk id="10" creationId="{6171D968-F93C-7DDA-91A5-0EB3DA35EF1E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177221514" sldId="303"/>
            <ac:spMk id="12" creationId="{0F2D7BE0-C9BE-1CC5-A4EA-88666623E52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177221514" sldId="303"/>
            <ac:spMk id="13" creationId="{370F6544-89C9-329D-85D1-DB5EAEB0E4F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177221514" sldId="303"/>
            <ac:spMk id="16" creationId="{07FCD79C-D06C-4692-710A-5425FBF85A5F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177221514" sldId="303"/>
            <ac:spMk id="17" creationId="{912F96D7-1DBC-CC82-C9E7-9C1A18768B35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177221514" sldId="303"/>
            <ac:spMk id="18" creationId="{754B29C6-9397-71D7-64B8-0BEA46EE4527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177221514" sldId="303"/>
            <ac:spMk id="19" creationId="{B6F84E61-927E-209E-1620-6223D9472339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177221514" sldId="303"/>
            <ac:spMk id="20" creationId="{47F36BCB-7027-22EA-D5DD-47CEB28BB4EB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177221514" sldId="303"/>
            <ac:spMk id="26" creationId="{45E8F3D2-F007-4BC6-B69D-D81BC515BACB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177221514" sldId="303"/>
            <ac:spMk id="27" creationId="{69F9E87E-85B3-4C70-9303-0487A80684A3}"/>
          </ac:spMkLst>
        </pc:spChg>
        <pc:grpChg chg="mod">
          <ac:chgData name="Rodrigo Araujo" userId="752af794b4f85fcd" providerId="LiveId" clId="{6D24FAE8-C4A8-49C4-A4B7-74B898226365}" dt="2025-08-02T02:15:21.120" v="32"/>
          <ac:grpSpMkLst>
            <pc:docMk/>
            <pc:sldMk cId="1177221514" sldId="303"/>
            <ac:grpSpMk id="7" creationId="{9B9C6A4E-1F0A-4963-8C79-B000A8DC0B35}"/>
          </ac:grpSpMkLst>
        </pc:grp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1177221514" sldId="303"/>
            <ac:graphicFrameMk id="14" creationId="{E666ECD8-9955-F8F9-7116-ADD88800F707}"/>
          </ac:graphicFrameMkLst>
        </pc:graphicFrame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1177221514" sldId="303"/>
            <ac:graphicFrameMk id="15" creationId="{039C10F6-1FDC-EFDD-19F9-65E720D1E8AE}"/>
          </ac:graphicFrameMkLst>
        </pc:graphicFrame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1177221514" sldId="303"/>
            <ac:picMk id="5" creationId="{422BFB86-F862-ACCB-BB10-DC1620A4C36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177221514" sldId="303"/>
            <ac:cxnSpMk id="22" creationId="{07715153-4143-4120-A570-F5271FC3DA99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177221514" sldId="303"/>
            <ac:cxnSpMk id="23" creationId="{EA8E7A85-B8CA-4AC1-AE9B-6693F78D7166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177221514" sldId="303"/>
            <ac:cxnSpMk id="24" creationId="{35184BD6-A93D-45AB-BA26-19CD83D21D05}"/>
          </ac:cxnSpMkLst>
        </pc:cxnChg>
      </pc:sldChg>
      <pc:sldChg chg="modSp del modNotes">
        <pc:chgData name="Rodrigo Araujo" userId="752af794b4f85fcd" providerId="LiveId" clId="{6D24FAE8-C4A8-49C4-A4B7-74B898226365}" dt="2025-08-04T01:16:03.475" v="2257" actId="47"/>
        <pc:sldMkLst>
          <pc:docMk/>
          <pc:sldMk cId="473514385" sldId="304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73514385" sldId="304"/>
            <ac:spMk id="2" creationId="{69722938-5D51-A7E8-6E5E-DA8266D084D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73514385" sldId="304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73514385" sldId="304"/>
            <ac:spMk id="9" creationId="{587E1E78-40DA-F4E7-7F77-913F2D4D893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73514385" sldId="304"/>
            <ac:spMk id="10" creationId="{6171D968-F93C-7DDA-91A5-0EB3DA35EF1E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73514385" sldId="304"/>
            <ac:spMk id="12" creationId="{0F2D7BE0-C9BE-1CC5-A4EA-88666623E52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73514385" sldId="304"/>
            <ac:spMk id="13" creationId="{370F6544-89C9-329D-85D1-DB5EAEB0E4F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73514385" sldId="304"/>
            <ac:spMk id="16" creationId="{07FCD79C-D06C-4692-710A-5425FBF85A5F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73514385" sldId="304"/>
            <ac:spMk id="17" creationId="{912F96D7-1DBC-CC82-C9E7-9C1A18768B35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73514385" sldId="304"/>
            <ac:spMk id="18" creationId="{754B29C6-9397-71D7-64B8-0BEA46EE4527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73514385" sldId="304"/>
            <ac:spMk id="19" creationId="{B6F84E61-927E-209E-1620-6223D9472339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73514385" sldId="304"/>
            <ac:spMk id="20" creationId="{47F36BCB-7027-22EA-D5DD-47CEB28BB4EB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73514385" sldId="304"/>
            <ac:spMk id="24" creationId="{D201538A-49F9-4E8D-A2C8-CF16823DEADF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73514385" sldId="304"/>
            <ac:spMk id="25" creationId="{DA36DFEC-9034-41A7-A109-2F7F115D50BD}"/>
          </ac:spMkLst>
        </pc:spChg>
        <pc:grpChg chg="mod">
          <ac:chgData name="Rodrigo Araujo" userId="752af794b4f85fcd" providerId="LiveId" clId="{6D24FAE8-C4A8-49C4-A4B7-74B898226365}" dt="2025-08-02T02:15:21.120" v="32"/>
          <ac:grpSpMkLst>
            <pc:docMk/>
            <pc:sldMk cId="473514385" sldId="304"/>
            <ac:grpSpMk id="8" creationId="{F51ED6BF-6F0D-412B-A511-7F517D74DB47}"/>
          </ac:grpSpMkLst>
        </pc:grp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473514385" sldId="304"/>
            <ac:graphicFrameMk id="7" creationId="{C1E6BA4E-E301-E9E8-BAF4-460EA40FFBA7}"/>
          </ac:graphicFrameMkLst>
        </pc:graphicFrame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473514385" sldId="304"/>
            <ac:graphicFrameMk id="11" creationId="{F9FB6365-DA63-E53B-973C-05F8B80F3489}"/>
          </ac:graphicFrameMkLst>
        </pc:graphicFrame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473514385" sldId="304"/>
            <ac:picMk id="5" creationId="{422BFB86-F862-ACCB-BB10-DC1620A4C36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473514385" sldId="304"/>
            <ac:cxnSpMk id="21" creationId="{9C46C072-D6F8-4FCF-A592-8864D70DD5E0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473514385" sldId="304"/>
            <ac:cxnSpMk id="22" creationId="{4DFC248D-0616-4CD6-9D29-5804B67FE89F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473514385" sldId="304"/>
            <ac:cxnSpMk id="23" creationId="{A4BC3146-D292-42D0-819E-CE7A8D1C0234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113221352" sldId="305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13221352" sldId="305"/>
            <ac:spMk id="2" creationId="{69722938-5D51-A7E8-6E5E-DA8266D084D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13221352" sldId="305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13221352" sldId="305"/>
            <ac:spMk id="12" creationId="{C2EA1749-0D34-2780-E301-3F3646405ED2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13221352" sldId="305"/>
            <ac:spMk id="14" creationId="{BCA803AA-5E04-B1CA-0D45-6048CC686B4D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13221352" sldId="305"/>
            <ac:spMk id="20" creationId="{CBA8EC85-29B6-19DC-549B-4D470520EA44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13221352" sldId="305"/>
            <ac:spMk id="21" creationId="{8B93627F-911A-4F35-83E9-E2E411A5FAD3}"/>
          </ac:spMkLst>
        </pc:sp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113221352" sldId="305"/>
            <ac:graphicFrameMk id="17" creationId="{2034915B-00CE-3427-F829-C9C13E99D724}"/>
          </ac:graphicFrameMkLst>
        </pc:graphicFrame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113221352" sldId="305"/>
            <ac:graphicFrameMk id="18" creationId="{88220AAF-00AE-AB3E-ACB5-B82BDF0E27C1}"/>
          </ac:graphicFrameMkLst>
        </pc:graphicFrame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113221352" sldId="305"/>
            <ac:picMk id="5" creationId="{422BFB86-F862-ACCB-BB10-DC1620A4C36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13221352" sldId="305"/>
            <ac:cxnSpMk id="13" creationId="{AC3C98C1-7827-4B6E-88F2-7192D94A839B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13221352" sldId="305"/>
            <ac:cxnSpMk id="15" creationId="{CA8EA794-C685-44EB-ACB1-E17CC068B701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13221352" sldId="305"/>
            <ac:cxnSpMk id="16" creationId="{ACF833E8-415E-4097-AE78-C2CFDF5B75E3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4170635205" sldId="308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170635205" sldId="308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170635205" sldId="308"/>
            <ac:spMk id="4" creationId="{9D1D3C59-D456-4727-8302-3921639458CC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170635205" sldId="308"/>
            <ac:spMk id="11" creationId="{142270BC-2B89-F895-956B-8BDF7610718E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170635205" sldId="308"/>
            <ac:spMk id="12" creationId="{C2EA1749-0D34-2780-E301-3F3646405ED2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170635205" sldId="308"/>
            <ac:spMk id="14" creationId="{BCA803AA-5E04-B1CA-0D45-6048CC686B4D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170635205" sldId="308"/>
            <ac:spMk id="17" creationId="{E880A0A1-D5CC-474E-8FFB-D623A6B78C0E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170635205" sldId="308"/>
            <ac:spMk id="18" creationId="{664F3321-53CB-BA09-ABFF-0898FFCDA427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170635205" sldId="308"/>
            <ac:spMk id="23" creationId="{740E85DB-7F98-4117-92B4-CBBA9841022A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170635205" sldId="308"/>
            <ac:spMk id="24" creationId="{4B84346B-DF76-4ADF-B0AE-893ACA60E1B7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170635205" sldId="308"/>
            <ac:spMk id="25" creationId="{4831F7DF-6FBE-4F2A-A3FB-EF6C57567913}"/>
          </ac:spMkLst>
        </pc:sp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4170635205" sldId="308"/>
            <ac:graphicFrameMk id="7" creationId="{66DC8372-9E34-36C7-DBD5-45ABD994BD8A}"/>
          </ac:graphicFrameMkLst>
        </pc:graphicFrame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4170635205" sldId="308"/>
            <ac:graphicFrameMk id="9" creationId="{C18FDAF1-0BF2-5BFA-1A5C-BC422D9C531A}"/>
          </ac:graphicFrameMkLst>
        </pc:graphicFrame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4170635205" sldId="308"/>
            <ac:picMk id="5" creationId="{422BFB86-F862-ACCB-BB10-DC1620A4C36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4170635205" sldId="308"/>
            <ac:cxnSpMk id="13" creationId="{1C0175A3-D158-4B08-BEA5-0DE95B4CA7C7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4170635205" sldId="308"/>
            <ac:cxnSpMk id="15" creationId="{D94508ED-8CEB-4D8A-B19E-5436CF7EE1B9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4170635205" sldId="308"/>
            <ac:cxnSpMk id="16" creationId="{971488C2-5DB6-4E57-93DE-FFB021C74A33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1585243110" sldId="309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585243110" sldId="309"/>
            <ac:spMk id="2" creationId="{69722938-5D51-A7E8-6E5E-DA8266D084D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585243110" sldId="309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585243110" sldId="309"/>
            <ac:spMk id="12" creationId="{C2EA1749-0D34-2780-E301-3F3646405ED2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585243110" sldId="309"/>
            <ac:spMk id="14" creationId="{BCA803AA-5E04-B1CA-0D45-6048CC686B4D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585243110" sldId="309"/>
            <ac:spMk id="16" creationId="{9F66BDBE-FC37-4238-A278-CFBE579296A7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585243110" sldId="309"/>
            <ac:spMk id="17" creationId="{0D5B7203-4F72-C647-7625-11C0F24F5FC6}"/>
          </ac:spMkLst>
        </pc:spChg>
        <pc:grpChg chg="mod">
          <ac:chgData name="Rodrigo Araujo" userId="752af794b4f85fcd" providerId="LiveId" clId="{6D24FAE8-C4A8-49C4-A4B7-74B898226365}" dt="2025-08-02T02:15:21.120" v="32"/>
          <ac:grpSpMkLst>
            <pc:docMk/>
            <pc:sldMk cId="1585243110" sldId="309"/>
            <ac:grpSpMk id="4" creationId="{720E4C62-641D-46A6-A57C-CB359A42E395}"/>
          </ac:grpSpMkLst>
        </pc:grp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1585243110" sldId="309"/>
            <ac:graphicFrameMk id="7" creationId="{89C16A1A-A5A7-9427-6EFD-B2238BF70F77}"/>
          </ac:graphicFrameMkLst>
        </pc:graphicFrame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1585243110" sldId="309"/>
            <ac:graphicFrameMk id="8" creationId="{914F6F8C-E974-F210-D200-3A3E51C0E578}"/>
          </ac:graphicFrameMkLst>
        </pc:graphicFrame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1585243110" sldId="309"/>
            <ac:picMk id="5" creationId="{422BFB86-F862-ACCB-BB10-DC1620A4C36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585243110" sldId="309"/>
            <ac:cxnSpMk id="11" creationId="{8AE4DF3A-3400-4FC3-9CAE-B7E54AFC9B9D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585243110" sldId="309"/>
            <ac:cxnSpMk id="13" creationId="{D8120732-D564-402F-98C6-8B33944781D9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585243110" sldId="309"/>
            <ac:cxnSpMk id="15" creationId="{514D5C63-1E49-4021-B3B8-46AAF047B7DB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3246710182" sldId="310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246710182" sldId="310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246710182" sldId="310"/>
            <ac:spMk id="4" creationId="{3F2684F4-1BE2-AB7D-A5A1-54D35E7838E1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246710182" sldId="310"/>
            <ac:spMk id="9" creationId="{62B51F88-9238-CC7B-1148-E2ABB69BEAA6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246710182" sldId="310"/>
            <ac:spMk id="12" creationId="{C2EA1749-0D34-2780-E301-3F3646405ED2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246710182" sldId="310"/>
            <ac:spMk id="14" creationId="{BCA803AA-5E04-B1CA-0D45-6048CC686B4D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246710182" sldId="310"/>
            <ac:spMk id="16" creationId="{3B61A5FE-103B-4C9B-8914-D9515F320267}"/>
          </ac:spMkLst>
        </pc:sp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3246710182" sldId="310"/>
            <ac:graphicFrameMk id="2" creationId="{1A1DFF00-1796-30FD-5808-3F90C6B1DFC4}"/>
          </ac:graphicFrameMkLst>
        </pc:graphicFrame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3246710182" sldId="310"/>
            <ac:graphicFrameMk id="8" creationId="{AD622E59-891B-A020-7032-D27D61FD6A6D}"/>
          </ac:graphicFrameMkLst>
        </pc:graphicFrame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3246710182" sldId="310"/>
            <ac:picMk id="5" creationId="{422BFB86-F862-ACCB-BB10-DC1620A4C36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246710182" sldId="310"/>
            <ac:cxnSpMk id="11" creationId="{F28624C8-26C2-420C-8DC1-5E3CFB0777EE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246710182" sldId="310"/>
            <ac:cxnSpMk id="13" creationId="{5F757B28-C5D6-4330-92E9-40B361BF32F2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246710182" sldId="310"/>
            <ac:cxnSpMk id="15" creationId="{EA060C25-6F24-4673-8C1E-517C78DD661D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2480639591" sldId="311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480639591" sldId="311"/>
            <ac:spMk id="3" creationId="{8B344617-985A-2250-089F-802CA5C12AA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480639591" sldId="311"/>
            <ac:spMk id="7" creationId="{38424C00-244C-4D50-AD4B-6C7D23653CEC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480639591" sldId="311"/>
            <ac:spMk id="9" creationId="{5AD9329E-50E2-4DA6-9C38-D16315EB799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480639591" sldId="311"/>
            <ac:spMk id="10" creationId="{5BB0F2F3-BB7B-40A6-A7EC-176ED1EE4247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480639591" sldId="311"/>
            <ac:spMk id="11" creationId="{86742D58-B1B0-4325-B8F1-C9D9D5C86617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480639591" sldId="311"/>
            <ac:spMk id="12" creationId="{FF70E61C-45AC-4096-9305-5F8B696D41CB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480639591" sldId="311"/>
            <ac:spMk id="14" creationId="{85425F1D-2DCB-4612-BE3B-5C0D7B38848F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480639591" sldId="311"/>
            <ac:spMk id="15" creationId="{E6FADA19-873E-4564-8CB1-D048E9D507C4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480639591" sldId="311"/>
            <ac:spMk id="16" creationId="{921AA049-03FF-42FD-91B2-30F2931F93CE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480639591" sldId="311"/>
            <ac:spMk id="17" creationId="{C80300E6-7103-45ED-9D49-4FFD901D6DEE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480639591" sldId="311"/>
            <ac:spMk id="19" creationId="{3630F9B6-9150-432B-BB2F-8522CB760AD9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480639591" sldId="311"/>
            <ac:spMk id="20" creationId="{C8A06A1D-EE4E-4766-83E8-FFC5467E0622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480639591" sldId="311"/>
            <ac:spMk id="21" creationId="{5E882AF6-BEC9-4234-879B-6EEC47046494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480639591" sldId="311"/>
            <ac:spMk id="27" creationId="{07A9E10B-B417-4F5B-BD0C-04005A994416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480639591" sldId="311"/>
            <ac:spMk id="28" creationId="{8F8D83C3-500B-41C8-AD62-CFB8EA1698D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480639591" sldId="311"/>
            <ac:spMk id="30" creationId="{E9BB281B-6F93-43A8-8892-0E0974D1FAAD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480639591" sldId="311"/>
            <ac:spMk id="31" creationId="{01B28C9A-D10C-4CAA-8A03-33821B3E4E4B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480639591" sldId="311"/>
            <ac:spMk id="32" creationId="{91CCCDED-3650-4972-BFFF-090B5C38AA84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480639591" sldId="311"/>
            <ac:spMk id="34" creationId="{BA5FB6BA-14C1-4A2D-A0FE-A9DF2EB15768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480639591" sldId="311"/>
            <ac:spMk id="35" creationId="{32432CB4-99AF-4668-8203-E3017A8A6955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480639591" sldId="311"/>
            <ac:spMk id="36" creationId="{873F9BBA-5540-4CAD-9FB4-A690D554FE69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480639591" sldId="311"/>
            <ac:spMk id="37" creationId="{7B985CAB-F3BE-451B-96D7-9FB4D13A7A2C}"/>
          </ac:spMkLst>
        </pc:spChg>
        <pc:grpChg chg="mod">
          <ac:chgData name="Rodrigo Araujo" userId="752af794b4f85fcd" providerId="LiveId" clId="{6D24FAE8-C4A8-49C4-A4B7-74B898226365}" dt="2025-08-02T02:15:21.120" v="32"/>
          <ac:grpSpMkLst>
            <pc:docMk/>
            <pc:sldMk cId="2480639591" sldId="311"/>
            <ac:grpSpMk id="2" creationId="{A2E34A9E-E65A-7684-7569-B55810F0E611}"/>
          </ac:grpSpMkLst>
        </pc:grpChg>
        <pc:grpChg chg="mod">
          <ac:chgData name="Rodrigo Araujo" userId="752af794b4f85fcd" providerId="LiveId" clId="{6D24FAE8-C4A8-49C4-A4B7-74B898226365}" dt="2025-08-02T02:15:21.120" v="32"/>
          <ac:grpSpMkLst>
            <pc:docMk/>
            <pc:sldMk cId="2480639591" sldId="311"/>
            <ac:grpSpMk id="8" creationId="{17155FB0-48D1-4A81-AFCF-30FA48D0688F}"/>
          </ac:grpSpMkLst>
        </pc:grpChg>
        <pc:grpChg chg="mod">
          <ac:chgData name="Rodrigo Araujo" userId="752af794b4f85fcd" providerId="LiveId" clId="{6D24FAE8-C4A8-49C4-A4B7-74B898226365}" dt="2025-08-02T02:15:21.120" v="32"/>
          <ac:grpSpMkLst>
            <pc:docMk/>
            <pc:sldMk cId="2480639591" sldId="311"/>
            <ac:grpSpMk id="13" creationId="{D25C977F-5E0E-442C-8ED8-B70B35877388}"/>
          </ac:grpSpMkLst>
        </pc:grpChg>
        <pc:grpChg chg="mod">
          <ac:chgData name="Rodrigo Araujo" userId="752af794b4f85fcd" providerId="LiveId" clId="{6D24FAE8-C4A8-49C4-A4B7-74B898226365}" dt="2025-08-02T02:15:21.120" v="32"/>
          <ac:grpSpMkLst>
            <pc:docMk/>
            <pc:sldMk cId="2480639591" sldId="311"/>
            <ac:grpSpMk id="18" creationId="{187F4AEB-11C0-4876-AA38-10E6A3393B47}"/>
          </ac:grpSpMkLst>
        </pc:grpChg>
        <pc:grpChg chg="mod">
          <ac:chgData name="Rodrigo Araujo" userId="752af794b4f85fcd" providerId="LiveId" clId="{6D24FAE8-C4A8-49C4-A4B7-74B898226365}" dt="2025-08-02T02:15:21.120" v="32"/>
          <ac:grpSpMkLst>
            <pc:docMk/>
            <pc:sldMk cId="2480639591" sldId="311"/>
            <ac:grpSpMk id="26" creationId="{B6DB5FC1-49F3-4A40-AB11-426E887097CE}"/>
          </ac:grpSpMkLst>
        </pc:grpChg>
        <pc:grpChg chg="mod">
          <ac:chgData name="Rodrigo Araujo" userId="752af794b4f85fcd" providerId="LiveId" clId="{6D24FAE8-C4A8-49C4-A4B7-74B898226365}" dt="2025-08-02T02:15:21.120" v="32"/>
          <ac:grpSpMkLst>
            <pc:docMk/>
            <pc:sldMk cId="2480639591" sldId="311"/>
            <ac:grpSpMk id="29" creationId="{215E0D05-D3C7-42D7-BAD9-19B6DF9ED73A}"/>
          </ac:grpSpMkLst>
        </pc:grpChg>
        <pc:grpChg chg="mod">
          <ac:chgData name="Rodrigo Araujo" userId="752af794b4f85fcd" providerId="LiveId" clId="{6D24FAE8-C4A8-49C4-A4B7-74B898226365}" dt="2025-08-02T02:15:21.120" v="32"/>
          <ac:grpSpMkLst>
            <pc:docMk/>
            <pc:sldMk cId="2480639591" sldId="311"/>
            <ac:grpSpMk id="33" creationId="{A6F4F397-66D5-45D9-9A70-D0B5372808F0}"/>
          </ac:grpSpMkLst>
        </pc:grp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2480639591" sldId="311"/>
            <ac:picMk id="5" creationId="{422BFB86-F862-ACCB-BB10-DC1620A4C36F}"/>
          </ac:picMkLst>
        </pc:pic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2480639591" sldId="311"/>
            <ac:picMk id="23" creationId="{5350E105-80B9-AE64-91B9-F4FE9BAF4DAA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480639591" sldId="311"/>
            <ac:cxnSpMk id="38" creationId="{B8D831F3-6B2E-49AB-83D7-F3197C5821D4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480639591" sldId="311"/>
            <ac:cxnSpMk id="39" creationId="{8CA2851C-2F1D-43C9-92C0-556CA8947734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480639591" sldId="311"/>
            <ac:cxnSpMk id="40" creationId="{FB05777E-CE37-42A0-9245-33CCFE152440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3280491172" sldId="312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280491172" sldId="312"/>
            <ac:spMk id="2" creationId="{20C028F5-D25C-CECF-4F8A-33F4C6006009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280491172" sldId="312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280491172" sldId="312"/>
            <ac:spMk id="4" creationId="{A807CE6B-CE9E-FEBC-9C56-43169BE92B08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280491172" sldId="312"/>
            <ac:spMk id="7" creationId="{84AE67EF-737F-4F53-BDEC-2548D3584EC4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280491172" sldId="312"/>
            <ac:spMk id="9" creationId="{3AB5F4D9-CEA0-4472-9B11-E7C3C6D530B7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280491172" sldId="312"/>
            <ac:spMk id="15" creationId="{DB90C4F5-AE49-4DD5-A377-8F3F03074D9F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280491172" sldId="312"/>
            <ac:spMk id="16" creationId="{0081A556-F151-49E4-9E6B-52545E7701FD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280491172" sldId="312"/>
            <ac:spMk id="21" creationId="{8CAE6BBD-B64F-4BB8-A35E-4CAAB1E6FB0A}"/>
          </ac:spMkLst>
        </pc:sp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3280491172" sldId="312"/>
            <ac:picMk id="5" creationId="{422BFB86-F862-ACCB-BB10-DC1620A4C36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280491172" sldId="312"/>
            <ac:cxnSpMk id="17" creationId="{F323BC18-FC95-44EA-B913-5B3E66605AA2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280491172" sldId="312"/>
            <ac:cxnSpMk id="18" creationId="{E606A4AE-C5F8-4061-B545-51D32550F548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280491172" sldId="312"/>
            <ac:cxnSpMk id="19" creationId="{9609CCA9-BDB2-41D1-8566-B84126420FF2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280491172" sldId="312"/>
            <ac:cxnSpMk id="20" creationId="{D82D4EED-3CD6-4131-862C-EAEFE7E794EC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280491172" sldId="312"/>
            <ac:cxnSpMk id="22" creationId="{FEBEA322-DB5B-46C5-9533-B18A1F521659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2873358090" sldId="314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873358090" sldId="314"/>
            <ac:spMk id="2" creationId="{A0271EE7-01D8-D062-4653-EDACE4FEC841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873358090" sldId="314"/>
            <ac:spMk id="3" creationId="{9B26101E-80A9-81B7-D9EB-E5314A1A7DC2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873358090" sldId="314"/>
            <ac:spMk id="4" creationId="{A807CE6B-CE9E-FEBC-9C56-43169BE92B08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873358090" sldId="314"/>
            <ac:spMk id="7" creationId="{96925403-2B0C-48EA-A0B2-70E4AA3337DF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873358090" sldId="314"/>
            <ac:spMk id="9" creationId="{8300CAC9-8645-DE75-511A-FDCB9E265BE4}"/>
          </ac:spMkLst>
        </pc:sp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2873358090" sldId="314"/>
            <ac:graphicFrameMk id="11" creationId="{C8728189-C324-551E-4A5B-DE02A03A8C34}"/>
          </ac:graphicFrameMkLst>
        </pc:graphicFrame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2873358090" sldId="314"/>
            <ac:picMk id="5" creationId="{422BFB86-F862-ACCB-BB10-DC1620A4C36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873358090" sldId="314"/>
            <ac:cxnSpMk id="8" creationId="{B3C395C2-456A-4D83-958C-A9B25FA76C07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873358090" sldId="314"/>
            <ac:cxnSpMk id="10" creationId="{6992512A-C4ED-4675-863A-6D27812E4D13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873358090" sldId="314"/>
            <ac:cxnSpMk id="12" creationId="{3ACFB037-2232-4EAE-9183-0A6169E27AE9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3528215567" sldId="315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528215567" sldId="315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528215567" sldId="315"/>
            <ac:spMk id="7" creationId="{A4BF5644-3347-E955-B278-DDA09F80985F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528215567" sldId="315"/>
            <ac:spMk id="8" creationId="{E09CB224-A95D-AC1C-5B91-E4FE84FD9257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528215567" sldId="315"/>
            <ac:spMk id="9" creationId="{C3D739B1-8E9F-7CC5-20C7-088AB79D0809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528215567" sldId="315"/>
            <ac:spMk id="10" creationId="{937086A4-8A12-4B62-B290-84E04934BCD6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528215567" sldId="315"/>
            <ac:spMk id="11" creationId="{830E7C47-7667-5FB9-A7D6-CC117D57314C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528215567" sldId="315"/>
            <ac:spMk id="13" creationId="{E0217AF9-31A0-4C61-A3E4-CEF0F7C1311A}"/>
          </ac:spMkLst>
        </pc:sp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3528215567" sldId="315"/>
            <ac:picMk id="5" creationId="{422BFB86-F862-ACCB-BB10-DC1620A4C36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528215567" sldId="315"/>
            <ac:cxnSpMk id="12" creationId="{A988316F-6BE8-4673-8942-94400D1C8143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528215567" sldId="315"/>
            <ac:cxnSpMk id="14" creationId="{77114504-44BD-4385-A9C6-3A1CE27E8724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528215567" sldId="315"/>
            <ac:cxnSpMk id="15" creationId="{DFBCF947-E80E-4753-A8DB-26D509958DC4}"/>
          </ac:cxnSpMkLst>
        </pc:cxnChg>
      </pc:sldChg>
      <pc:sldChg chg="addSp delSp modSp mod">
        <pc:chgData name="Rodrigo Araujo" userId="752af794b4f85fcd" providerId="LiveId" clId="{6D24FAE8-C4A8-49C4-A4B7-74B898226365}" dt="2025-08-03T14:48:24.534" v="1916" actId="1076"/>
        <pc:sldMkLst>
          <pc:docMk/>
          <pc:sldMk cId="3610406072" sldId="316"/>
        </pc:sldMkLst>
        <pc:spChg chg="mod">
          <ac:chgData name="Rodrigo Araujo" userId="752af794b4f85fcd" providerId="LiveId" clId="{6D24FAE8-C4A8-49C4-A4B7-74B898226365}" dt="2025-08-02T19:53:18.111" v="655" actId="207"/>
          <ac:spMkLst>
            <pc:docMk/>
            <pc:sldMk cId="3610406072" sldId="316"/>
            <ac:spMk id="2" creationId="{00000000-0000-0000-0000-000000000000}"/>
          </ac:spMkLst>
        </pc:spChg>
        <pc:spChg chg="mod">
          <ac:chgData name="Rodrigo Araujo" userId="752af794b4f85fcd" providerId="LiveId" clId="{6D24FAE8-C4A8-49C4-A4B7-74B898226365}" dt="2025-08-03T14:48:24.534" v="1916" actId="1076"/>
          <ac:spMkLst>
            <pc:docMk/>
            <pc:sldMk cId="3610406072" sldId="316"/>
            <ac:spMk id="3" creationId="{00000000-0000-0000-0000-000000000000}"/>
          </ac:spMkLst>
        </pc:spChg>
        <pc:spChg chg="mod">
          <ac:chgData name="Rodrigo Araujo" userId="752af794b4f85fcd" providerId="LiveId" clId="{6D24FAE8-C4A8-49C4-A4B7-74B898226365}" dt="2025-08-03T14:48:10.704" v="1914" actId="20577"/>
          <ac:spMkLst>
            <pc:docMk/>
            <pc:sldMk cId="3610406072" sldId="316"/>
            <ac:spMk id="4" creationId="{00000000-0000-0000-0000-000000000000}"/>
          </ac:spMkLst>
        </pc:spChg>
        <pc:spChg chg="add mod">
          <ac:chgData name="Rodrigo Araujo" userId="752af794b4f85fcd" providerId="LiveId" clId="{6D24FAE8-C4A8-49C4-A4B7-74B898226365}" dt="2025-08-02T18:00:34.776" v="126" actId="571"/>
          <ac:spMkLst>
            <pc:docMk/>
            <pc:sldMk cId="3610406072" sldId="316"/>
            <ac:spMk id="7" creationId="{562F5731-C349-4A5E-974B-F543948C1181}"/>
          </ac:spMkLst>
        </pc:spChg>
        <pc:spChg chg="add mod">
          <ac:chgData name="Rodrigo Araujo" userId="752af794b4f85fcd" providerId="LiveId" clId="{6D24FAE8-C4A8-49C4-A4B7-74B898226365}" dt="2025-08-02T18:00:34.776" v="126" actId="571"/>
          <ac:spMkLst>
            <pc:docMk/>
            <pc:sldMk cId="3610406072" sldId="316"/>
            <ac:spMk id="8" creationId="{9B5D3634-5B30-4642-964A-085DCE8E88E5}"/>
          </ac:spMkLst>
        </pc:spChg>
        <pc:spChg chg="add del mod">
          <ac:chgData name="Rodrigo Araujo" userId="752af794b4f85fcd" providerId="LiveId" clId="{6D24FAE8-C4A8-49C4-A4B7-74B898226365}" dt="2025-08-03T14:48:17.049" v="1915" actId="478"/>
          <ac:spMkLst>
            <pc:docMk/>
            <pc:sldMk cId="3610406072" sldId="316"/>
            <ac:spMk id="9" creationId="{96D2DA13-63FB-4031-A09C-57ACFA81100F}"/>
          </ac:spMkLst>
        </pc:sp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3610406072" sldId="316"/>
            <ac:picMk id="42" creationId="{C47DE539-793C-4BE5-BB58-2DCF9A3C86BF}"/>
          </ac:picMkLst>
        </pc:picChg>
        <pc:cxnChg chg="del mod">
          <ac:chgData name="Rodrigo Araujo" userId="752af794b4f85fcd" providerId="LiveId" clId="{6D24FAE8-C4A8-49C4-A4B7-74B898226365}" dt="2025-08-02T19:53:22.835" v="656" actId="478"/>
          <ac:cxnSpMkLst>
            <pc:docMk/>
            <pc:sldMk cId="3610406072" sldId="316"/>
            <ac:cxnSpMk id="41" creationId="{7B218EDD-55D8-482B-A501-27D6CB9D6AD5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196583884" sldId="318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96583884" sldId="318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96583884" sldId="318"/>
            <ac:spMk id="8" creationId="{E09CB224-A95D-AC1C-5B91-E4FE84FD9257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96583884" sldId="318"/>
            <ac:spMk id="9" creationId="{5408791B-2AFE-41AD-B2AB-F575E1CCF8ED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96583884" sldId="318"/>
            <ac:spMk id="13" creationId="{E0217AF9-31A0-4C61-A3E4-CEF0F7C1311A}"/>
          </ac:spMkLst>
        </pc:sp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196583884" sldId="318"/>
            <ac:picMk id="5" creationId="{422BFB86-F862-ACCB-BB10-DC1620A4C36F}"/>
          </ac:picMkLst>
        </pc:pic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196583884" sldId="318"/>
            <ac:picMk id="17" creationId="{22DD6E03-3D7A-0008-B14E-C934659C7A72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96583884" sldId="318"/>
            <ac:cxnSpMk id="10" creationId="{63DDC0D7-6917-405F-8335-98CB5E88D51F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96583884" sldId="318"/>
            <ac:cxnSpMk id="11" creationId="{FAA6E3CC-1FD1-425F-917E-21EFF52C3270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96583884" sldId="318"/>
            <ac:cxnSpMk id="14" creationId="{77114504-44BD-4385-A9C6-3A1CE27E8724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3251671029" sldId="319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251671029" sldId="319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251671029" sldId="319"/>
            <ac:spMk id="8" creationId="{E09CB224-A95D-AC1C-5B91-E4FE84FD9257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251671029" sldId="319"/>
            <ac:spMk id="13" creationId="{E0217AF9-31A0-4C61-A3E4-CEF0F7C1311A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251671029" sldId="319"/>
            <ac:spMk id="16" creationId="{87051D99-F9B1-35F5-59C9-644A0D5009D5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251671029" sldId="319"/>
            <ac:spMk id="21" creationId="{2561EC83-4392-B94A-2A37-7BC5822E9C06}"/>
          </ac:spMkLst>
        </pc:sp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3251671029" sldId="319"/>
            <ac:graphicFrameMk id="2" creationId="{53A27BE4-7375-5208-913C-5D0AD83EAE23}"/>
          </ac:graphicFrameMkLst>
        </pc:graphicFrame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3251671029" sldId="319"/>
            <ac:graphicFrameMk id="11" creationId="{CC343C33-9A7A-EBF6-0FD5-FC6BC63A2916}"/>
          </ac:graphicFrameMkLst>
        </pc:graphicFrame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3251671029" sldId="319"/>
            <ac:picMk id="5" creationId="{422BFB86-F862-ACCB-BB10-DC1620A4C36F}"/>
          </ac:picMkLst>
        </pc:pic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3251671029" sldId="319"/>
            <ac:picMk id="19" creationId="{A3CFBF5E-DB86-991A-6427-411CFCE5D597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251671029" sldId="319"/>
            <ac:cxnSpMk id="7" creationId="{265ABF3C-496D-8769-2147-15AF8D432B73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251671029" sldId="319"/>
            <ac:cxnSpMk id="14" creationId="{77114504-44BD-4385-A9C6-3A1CE27E8724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251671029" sldId="319"/>
            <ac:cxnSpMk id="15" creationId="{94849DCE-0B0B-4AA9-B136-BE646CE2B7AC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251671029" sldId="319"/>
            <ac:cxnSpMk id="17" creationId="{EDFA3DEF-3288-4EF1-BCCE-B585F87E8626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2861202523" sldId="320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861202523" sldId="320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861202523" sldId="320"/>
            <ac:spMk id="4" creationId="{A807CE6B-CE9E-FEBC-9C56-43169BE92B08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861202523" sldId="320"/>
            <ac:spMk id="7" creationId="{28B08516-E14B-44BB-8E9D-784EF09C0CEB}"/>
          </ac:spMkLst>
        </pc:sp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2861202523" sldId="320"/>
            <ac:picMk id="5" creationId="{422BFB86-F862-ACCB-BB10-DC1620A4C36F}"/>
          </ac:picMkLst>
        </pc:pic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2861202523" sldId="320"/>
            <ac:picMk id="6" creationId="{E6156D38-6CC1-7127-BD63-6116C32C19D1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861202523" sldId="320"/>
            <ac:cxnSpMk id="8" creationId="{C2746518-6CA4-4BF9-B23F-24E7ADC32105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861202523" sldId="320"/>
            <ac:cxnSpMk id="9" creationId="{82365396-5902-4012-A13A-34AFA465B8D1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861202523" sldId="320"/>
            <ac:cxnSpMk id="10" creationId="{4677B595-54A8-4B34-9CEB-3F4DE1C7AE79}"/>
          </ac:cxnSpMkLst>
        </pc:cxnChg>
      </pc:sldChg>
      <pc:sldChg chg="addSp delSp modSp mod ord">
        <pc:chgData name="Rodrigo Araujo" userId="752af794b4f85fcd" providerId="LiveId" clId="{6D24FAE8-C4A8-49C4-A4B7-74B898226365}" dt="2025-08-03T12:54:24.366" v="1318" actId="478"/>
        <pc:sldMkLst>
          <pc:docMk/>
          <pc:sldMk cId="18481834" sldId="321"/>
        </pc:sldMkLst>
        <pc:spChg chg="mod">
          <ac:chgData name="Rodrigo Araujo" userId="752af794b4f85fcd" providerId="LiveId" clId="{6D24FAE8-C4A8-49C4-A4B7-74B898226365}" dt="2025-08-02T19:54:33.910" v="657" actId="207"/>
          <ac:spMkLst>
            <pc:docMk/>
            <pc:sldMk cId="18481834" sldId="321"/>
            <ac:spMk id="2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20:23:45.605" v="874" actId="1076"/>
          <ac:spMkLst>
            <pc:docMk/>
            <pc:sldMk cId="18481834" sldId="321"/>
            <ac:spMk id="3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20:23:45.605" v="874" actId="1076"/>
          <ac:spMkLst>
            <pc:docMk/>
            <pc:sldMk cId="18481834" sldId="321"/>
            <ac:spMk id="4" creationId="{00000000-0000-0000-0000-000000000000}"/>
          </ac:spMkLst>
        </pc:spChg>
        <pc:spChg chg="add del mod">
          <ac:chgData name="Rodrigo Araujo" userId="752af794b4f85fcd" providerId="LiveId" clId="{6D24FAE8-C4A8-49C4-A4B7-74B898226365}" dt="2025-08-03T12:54:24.366" v="1318" actId="478"/>
          <ac:spMkLst>
            <pc:docMk/>
            <pc:sldMk cId="18481834" sldId="321"/>
            <ac:spMk id="5" creationId="{8D89A85E-4851-4DD7-B599-049471ED0F75}"/>
          </ac:spMkLst>
        </pc:spChg>
        <pc:spChg chg="add mod">
          <ac:chgData name="Rodrigo Araujo" userId="752af794b4f85fcd" providerId="LiveId" clId="{6D24FAE8-C4A8-49C4-A4B7-74B898226365}" dt="2025-08-02T20:23:45.605" v="874" actId="1076"/>
          <ac:spMkLst>
            <pc:docMk/>
            <pc:sldMk cId="18481834" sldId="321"/>
            <ac:spMk id="7" creationId="{61D78FA7-00BF-481C-BA89-E32C89576F93}"/>
          </ac:spMkLst>
        </pc:spChg>
        <pc:spChg chg="add mod">
          <ac:chgData name="Rodrigo Araujo" userId="752af794b4f85fcd" providerId="LiveId" clId="{6D24FAE8-C4A8-49C4-A4B7-74B898226365}" dt="2025-08-02T20:23:45.605" v="874" actId="1076"/>
          <ac:spMkLst>
            <pc:docMk/>
            <pc:sldMk cId="18481834" sldId="321"/>
            <ac:spMk id="8" creationId="{61FA86CF-1EC4-4245-BE18-4EB7E1F7C858}"/>
          </ac:spMkLst>
        </pc:spChg>
        <pc:spChg chg="add mod">
          <ac:chgData name="Rodrigo Araujo" userId="752af794b4f85fcd" providerId="LiveId" clId="{6D24FAE8-C4A8-49C4-A4B7-74B898226365}" dt="2025-08-02T20:23:45.605" v="874" actId="1076"/>
          <ac:spMkLst>
            <pc:docMk/>
            <pc:sldMk cId="18481834" sldId="321"/>
            <ac:spMk id="9" creationId="{105A8088-8B10-4C5B-8E91-5D0D8DB366A1}"/>
          </ac:spMkLst>
        </pc:spChg>
        <pc:spChg chg="add mod">
          <ac:chgData name="Rodrigo Araujo" userId="752af794b4f85fcd" providerId="LiveId" clId="{6D24FAE8-C4A8-49C4-A4B7-74B898226365}" dt="2025-08-02T20:23:45.605" v="874" actId="1076"/>
          <ac:spMkLst>
            <pc:docMk/>
            <pc:sldMk cId="18481834" sldId="321"/>
            <ac:spMk id="10" creationId="{55736D32-5015-499F-9DE4-199C2A763B1D}"/>
          </ac:spMkLst>
        </pc:spChg>
        <pc:spChg chg="add mod">
          <ac:chgData name="Rodrigo Araujo" userId="752af794b4f85fcd" providerId="LiveId" clId="{6D24FAE8-C4A8-49C4-A4B7-74B898226365}" dt="2025-08-02T02:15:21.120" v="32"/>
          <ac:spMkLst>
            <pc:docMk/>
            <pc:sldMk cId="18481834" sldId="321"/>
            <ac:spMk id="14" creationId="{5581E721-A032-4741-8326-84B064CFEC88}"/>
          </ac:spMkLst>
        </pc:spChg>
        <pc:picChg chg="add mod">
          <ac:chgData name="Rodrigo Araujo" userId="752af794b4f85fcd" providerId="LiveId" clId="{6D24FAE8-C4A8-49C4-A4B7-74B898226365}" dt="2025-08-02T21:31:42.960" v="1289"/>
          <ac:picMkLst>
            <pc:docMk/>
            <pc:sldMk cId="18481834" sldId="321"/>
            <ac:picMk id="15" creationId="{08BFC4C5-1912-45F6-827C-E1D40D04A1BB}"/>
          </ac:picMkLst>
        </pc:pic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18481834" sldId="321"/>
            <ac:picMk id="42" creationId="{C47DE539-793C-4BE5-BB58-2DCF9A3C86BF}"/>
          </ac:picMkLst>
        </pc:picChg>
        <pc:cxnChg chg="add mod">
          <ac:chgData name="Rodrigo Araujo" userId="752af794b4f85fcd" providerId="LiveId" clId="{6D24FAE8-C4A8-49C4-A4B7-74B898226365}" dt="2025-08-02T02:15:21.120" v="32"/>
          <ac:cxnSpMkLst>
            <pc:docMk/>
            <pc:sldMk cId="18481834" sldId="321"/>
            <ac:cxnSpMk id="11" creationId="{78453EE8-684D-464D-9914-02B12B96C960}"/>
          </ac:cxnSpMkLst>
        </pc:cxnChg>
        <pc:cxnChg chg="add mod">
          <ac:chgData name="Rodrigo Araujo" userId="752af794b4f85fcd" providerId="LiveId" clId="{6D24FAE8-C4A8-49C4-A4B7-74B898226365}" dt="2025-08-02T02:15:21.120" v="32"/>
          <ac:cxnSpMkLst>
            <pc:docMk/>
            <pc:sldMk cId="18481834" sldId="321"/>
            <ac:cxnSpMk id="12" creationId="{B81C251B-1388-4A5E-A539-677D6599A2B6}"/>
          </ac:cxnSpMkLst>
        </pc:cxnChg>
        <pc:cxnChg chg="add mod">
          <ac:chgData name="Rodrigo Araujo" userId="752af794b4f85fcd" providerId="LiveId" clId="{6D24FAE8-C4A8-49C4-A4B7-74B898226365}" dt="2025-08-02T02:15:21.120" v="32"/>
          <ac:cxnSpMkLst>
            <pc:docMk/>
            <pc:sldMk cId="18481834" sldId="321"/>
            <ac:cxnSpMk id="13" creationId="{A94AC937-FB60-4206-9882-4EF7ABB2B038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8481834" sldId="321"/>
            <ac:cxnSpMk id="41" creationId="{7B218EDD-55D8-482B-A501-27D6CB9D6AD5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1141365318" sldId="324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141365318" sldId="324"/>
            <ac:spMk id="2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141365318" sldId="324"/>
            <ac:spMk id="3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141365318" sldId="324"/>
            <ac:spMk id="4" creationId="{00000000-0000-0000-0000-000000000000}"/>
          </ac:spMkLst>
        </pc:sp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1141365318" sldId="324"/>
            <ac:picMk id="42" creationId="{C47DE539-793C-4BE5-BB58-2DCF9A3C86B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141365318" sldId="324"/>
            <ac:cxnSpMk id="41" creationId="{7B218EDD-55D8-482B-A501-27D6CB9D6AD5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4266606964" sldId="325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66606964" sldId="325"/>
            <ac:spMk id="2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66606964" sldId="325"/>
            <ac:spMk id="3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66606964" sldId="325"/>
            <ac:spMk id="4" creationId="{00000000-0000-0000-0000-000000000000}"/>
          </ac:spMkLst>
        </pc:sp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4266606964" sldId="325"/>
            <ac:picMk id="42" creationId="{C47DE539-793C-4BE5-BB58-2DCF9A3C86B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4266606964" sldId="325"/>
            <ac:cxnSpMk id="41" creationId="{7B218EDD-55D8-482B-A501-27D6CB9D6AD5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488512399" sldId="326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88512399" sldId="326"/>
            <ac:spMk id="2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88512399" sldId="326"/>
            <ac:spMk id="3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88512399" sldId="326"/>
            <ac:spMk id="4" creationId="{00000000-0000-0000-0000-000000000000}"/>
          </ac:spMkLst>
        </pc:sp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488512399" sldId="326"/>
            <ac:picMk id="42" creationId="{C47DE539-793C-4BE5-BB58-2DCF9A3C86B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488512399" sldId="326"/>
            <ac:cxnSpMk id="41" creationId="{7B218EDD-55D8-482B-A501-27D6CB9D6AD5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1204390773" sldId="327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204390773" sldId="327"/>
            <ac:spMk id="2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204390773" sldId="327"/>
            <ac:spMk id="3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204390773" sldId="327"/>
            <ac:spMk id="4" creationId="{00000000-0000-0000-0000-000000000000}"/>
          </ac:spMkLst>
        </pc:sp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1204390773" sldId="327"/>
            <ac:picMk id="42" creationId="{C47DE539-793C-4BE5-BB58-2DCF9A3C86B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204390773" sldId="327"/>
            <ac:cxnSpMk id="41" creationId="{7B218EDD-55D8-482B-A501-27D6CB9D6AD5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3482738924" sldId="328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482738924" sldId="328"/>
            <ac:spMk id="2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482738924" sldId="328"/>
            <ac:spMk id="3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482738924" sldId="328"/>
            <ac:spMk id="4" creationId="{00000000-0000-0000-0000-000000000000}"/>
          </ac:spMkLst>
        </pc:sp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3482738924" sldId="328"/>
            <ac:picMk id="42" creationId="{C47DE539-793C-4BE5-BB58-2DCF9A3C86B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482738924" sldId="328"/>
            <ac:cxnSpMk id="41" creationId="{7B218EDD-55D8-482B-A501-27D6CB9D6AD5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2275560009" sldId="329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275560009" sldId="329"/>
            <ac:spMk id="2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275560009" sldId="329"/>
            <ac:spMk id="3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275560009" sldId="329"/>
            <ac:spMk id="4" creationId="{00000000-0000-0000-0000-000000000000}"/>
          </ac:spMkLst>
        </pc:sp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2275560009" sldId="329"/>
            <ac:picMk id="42" creationId="{C47DE539-793C-4BE5-BB58-2DCF9A3C86B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275560009" sldId="329"/>
            <ac:cxnSpMk id="41" creationId="{7B218EDD-55D8-482B-A501-27D6CB9D6AD5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3266556046" sldId="330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266556046" sldId="330"/>
            <ac:spMk id="2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266556046" sldId="330"/>
            <ac:spMk id="3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266556046" sldId="330"/>
            <ac:spMk id="4" creationId="{00000000-0000-0000-0000-000000000000}"/>
          </ac:spMkLst>
        </pc:sp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3266556046" sldId="330"/>
            <ac:picMk id="42" creationId="{C47DE539-793C-4BE5-BB58-2DCF9A3C86B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266556046" sldId="330"/>
            <ac:cxnSpMk id="41" creationId="{7B218EDD-55D8-482B-A501-27D6CB9D6AD5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658478490" sldId="331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658478490" sldId="331"/>
            <ac:spMk id="2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658478490" sldId="331"/>
            <ac:spMk id="3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658478490" sldId="331"/>
            <ac:spMk id="4" creationId="{00000000-0000-0000-0000-000000000000}"/>
          </ac:spMkLst>
        </pc:sp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658478490" sldId="331"/>
            <ac:picMk id="42" creationId="{C47DE539-793C-4BE5-BB58-2DCF9A3C86B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658478490" sldId="331"/>
            <ac:cxnSpMk id="41" creationId="{7B218EDD-55D8-482B-A501-27D6CB9D6AD5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1621547537" sldId="332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621547537" sldId="332"/>
            <ac:spMk id="2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621547537" sldId="332"/>
            <ac:spMk id="3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621547537" sldId="332"/>
            <ac:spMk id="4" creationId="{00000000-0000-0000-0000-000000000000}"/>
          </ac:spMkLst>
        </pc:sp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1621547537" sldId="332"/>
            <ac:picMk id="42" creationId="{C47DE539-793C-4BE5-BB58-2DCF9A3C86B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621547537" sldId="332"/>
            <ac:cxnSpMk id="41" creationId="{7B218EDD-55D8-482B-A501-27D6CB9D6AD5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3209399149" sldId="333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209399149" sldId="333"/>
            <ac:spMk id="2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209399149" sldId="333"/>
            <ac:spMk id="3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209399149" sldId="333"/>
            <ac:spMk id="4" creationId="{00000000-0000-0000-0000-000000000000}"/>
          </ac:spMkLst>
        </pc:sp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3209399149" sldId="333"/>
            <ac:picMk id="42" creationId="{C47DE539-793C-4BE5-BB58-2DCF9A3C86B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209399149" sldId="333"/>
            <ac:cxnSpMk id="41" creationId="{7B218EDD-55D8-482B-A501-27D6CB9D6AD5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941316555" sldId="334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41316555" sldId="334"/>
            <ac:spMk id="2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41316555" sldId="334"/>
            <ac:spMk id="3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41316555" sldId="334"/>
            <ac:spMk id="4" creationId="{00000000-0000-0000-0000-000000000000}"/>
          </ac:spMkLst>
        </pc:sp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941316555" sldId="334"/>
            <ac:picMk id="42" creationId="{C47DE539-793C-4BE5-BB58-2DCF9A3C86B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941316555" sldId="334"/>
            <ac:cxnSpMk id="41" creationId="{7B218EDD-55D8-482B-A501-27D6CB9D6AD5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2168320556" sldId="335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168320556" sldId="335"/>
            <ac:spMk id="2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168320556" sldId="335"/>
            <ac:spMk id="3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168320556" sldId="335"/>
            <ac:spMk id="4" creationId="{00000000-0000-0000-0000-000000000000}"/>
          </ac:spMkLst>
        </pc:sp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2168320556" sldId="335"/>
            <ac:picMk id="42" creationId="{C47DE539-793C-4BE5-BB58-2DCF9A3C86B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168320556" sldId="335"/>
            <ac:cxnSpMk id="41" creationId="{7B218EDD-55D8-482B-A501-27D6CB9D6AD5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923224402" sldId="336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23224402" sldId="336"/>
            <ac:spMk id="2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23224402" sldId="336"/>
            <ac:spMk id="3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23224402" sldId="336"/>
            <ac:spMk id="4" creationId="{00000000-0000-0000-0000-000000000000}"/>
          </ac:spMkLst>
        </pc:sp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923224402" sldId="336"/>
            <ac:picMk id="42" creationId="{C47DE539-793C-4BE5-BB58-2DCF9A3C86B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923224402" sldId="336"/>
            <ac:cxnSpMk id="41" creationId="{7B218EDD-55D8-482B-A501-27D6CB9D6AD5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4039565361" sldId="337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039565361" sldId="337"/>
            <ac:spMk id="2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039565361" sldId="337"/>
            <ac:spMk id="3" creationId="{00000000-0000-0000-0000-0000000000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039565361" sldId="337"/>
            <ac:spMk id="4" creationId="{00000000-0000-0000-0000-000000000000}"/>
          </ac:spMkLst>
        </pc:sp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4039565361" sldId="337"/>
            <ac:picMk id="42" creationId="{C47DE539-793C-4BE5-BB58-2DCF9A3C86B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4039565361" sldId="337"/>
            <ac:cxnSpMk id="41" creationId="{7B218EDD-55D8-482B-A501-27D6CB9D6AD5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921910519" sldId="338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21910519" sldId="338"/>
            <ac:spMk id="2" creationId="{20C028F5-D25C-CECF-4F8A-33F4C6006009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21910519" sldId="338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21910519" sldId="338"/>
            <ac:spMk id="8" creationId="{FC7A1C46-62F9-4338-BD85-7DAE2BD2E6A2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21910519" sldId="338"/>
            <ac:spMk id="12" creationId="{853EE781-5609-4DEA-BC4B-B738B73EF41E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21910519" sldId="338"/>
            <ac:spMk id="24" creationId="{06EFA972-15F6-49EA-AA89-BC6C1DC0FAF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21910519" sldId="338"/>
            <ac:spMk id="25" creationId="{89E47EDC-A92A-4E83-9FE7-06CBB3C6DC82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21910519" sldId="338"/>
            <ac:spMk id="26" creationId="{759BE8E4-94ED-4AB2-BCBC-B7FF25DD0716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21910519" sldId="338"/>
            <ac:spMk id="27" creationId="{35845122-3FB6-405E-97D8-B07E033450C6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21910519" sldId="338"/>
            <ac:spMk id="28" creationId="{DF1F4BA9-BDB7-484C-A063-CAA92AD60396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21910519" sldId="338"/>
            <ac:spMk id="30" creationId="{2B82B954-0807-422F-A74A-E043F84CDD41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21910519" sldId="338"/>
            <ac:spMk id="32" creationId="{D3B83DF6-7F36-4482-BD38-EB79FBF87165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21910519" sldId="338"/>
            <ac:spMk id="33" creationId="{9A51A457-91AE-45AB-904A-FBDC019A76FA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21910519" sldId="338"/>
            <ac:spMk id="35" creationId="{BB5C59DC-C887-4FE8-AE29-8B60F20C616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21910519" sldId="338"/>
            <ac:spMk id="37" creationId="{26C4AF72-56E9-412A-9E91-B14F491BB948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21910519" sldId="338"/>
            <ac:spMk id="38" creationId="{95BC13EF-FD17-444A-8695-1F52A033E656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21910519" sldId="338"/>
            <ac:spMk id="40" creationId="{478384D4-87AE-49C0-B4F6-2893FD6969D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21910519" sldId="338"/>
            <ac:spMk id="46" creationId="{943DF501-85CA-4C13-8FC1-EB4C28155CD4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21910519" sldId="338"/>
            <ac:spMk id="47" creationId="{AFF9D2DE-7455-45BF-A429-2983C24D3C39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21910519" sldId="338"/>
            <ac:spMk id="48" creationId="{71A23F1B-72E6-420D-AD20-028BDC0124E0}"/>
          </ac:spMkLst>
        </pc:sp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921910519" sldId="338"/>
            <ac:picMk id="5" creationId="{422BFB86-F862-ACCB-BB10-DC1620A4C36F}"/>
          </ac:picMkLst>
        </pc:pic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921910519" sldId="338"/>
            <ac:picMk id="1026" creationId="{9519DC30-DB2F-4DF4-8B4D-97458F39909F}"/>
          </ac:picMkLst>
        </pc:pic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921910519" sldId="338"/>
            <ac:picMk id="1032" creationId="{F59F5BE1-F48B-4211-ADB4-3B940227FA25}"/>
          </ac:picMkLst>
        </pc:pic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921910519" sldId="338"/>
            <ac:picMk id="1034" creationId="{B85273DD-A9B8-4B6A-ACAD-635109ABDD62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921910519" sldId="338"/>
            <ac:cxnSpMk id="19" creationId="{9C4B2FE5-C159-4A4E-94D9-E463F1CA122C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921910519" sldId="338"/>
            <ac:cxnSpMk id="22" creationId="{9BDD28D6-AAC3-4F08-B95A-185EB00367D0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921910519" sldId="338"/>
            <ac:cxnSpMk id="23" creationId="{FA3752BB-EAF8-42DC-BA8B-8B36F3637399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4210278764" sldId="339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10278764" sldId="339"/>
            <ac:spMk id="2" creationId="{20C028F5-D25C-CECF-4F8A-33F4C6006009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10278764" sldId="339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10278764" sldId="339"/>
            <ac:spMk id="4" creationId="{59D3F072-EB5C-80B3-2F7A-26BE052BEB5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10278764" sldId="339"/>
            <ac:spMk id="8" creationId="{FC7A1C46-62F9-4338-BD85-7DAE2BD2E6A2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10278764" sldId="339"/>
            <ac:spMk id="12" creationId="{853EE781-5609-4DEA-BC4B-B738B73EF41E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10278764" sldId="339"/>
            <ac:spMk id="24" creationId="{06EFA972-15F6-49EA-AA89-BC6C1DC0FAF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10278764" sldId="339"/>
            <ac:spMk id="25" creationId="{89E47EDC-A92A-4E83-9FE7-06CBB3C6DC82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10278764" sldId="339"/>
            <ac:spMk id="26" creationId="{759BE8E4-94ED-4AB2-BCBC-B7FF25DD0716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10278764" sldId="339"/>
            <ac:spMk id="27" creationId="{35845122-3FB6-405E-97D8-B07E033450C6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10278764" sldId="339"/>
            <ac:spMk id="28" creationId="{DF1F4BA9-BDB7-484C-A063-CAA92AD60396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10278764" sldId="339"/>
            <ac:spMk id="30" creationId="{2B82B954-0807-422F-A74A-E043F84CDD41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10278764" sldId="339"/>
            <ac:spMk id="32" creationId="{D3B83DF6-7F36-4482-BD38-EB79FBF87165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10278764" sldId="339"/>
            <ac:spMk id="33" creationId="{9A51A457-91AE-45AB-904A-FBDC019A76FA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10278764" sldId="339"/>
            <ac:spMk id="35" creationId="{BB5C59DC-C887-4FE8-AE29-8B60F20C616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10278764" sldId="339"/>
            <ac:spMk id="40" creationId="{478384D4-87AE-49C0-B4F6-2893FD6969D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10278764" sldId="339"/>
            <ac:spMk id="46" creationId="{943DF501-85CA-4C13-8FC1-EB4C28155CD4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210278764" sldId="339"/>
            <ac:spMk id="47" creationId="{AFF9D2DE-7455-45BF-A429-2983C24D3C39}"/>
          </ac:spMkLst>
        </pc:sp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4210278764" sldId="339"/>
            <ac:picMk id="5" creationId="{422BFB86-F862-ACCB-BB10-DC1620A4C36F}"/>
          </ac:picMkLst>
        </pc:pic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4210278764" sldId="339"/>
            <ac:picMk id="1026" creationId="{9519DC30-DB2F-4DF4-8B4D-97458F39909F}"/>
          </ac:picMkLst>
        </pc:pic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4210278764" sldId="339"/>
            <ac:picMk id="1032" creationId="{F59F5BE1-F48B-4211-ADB4-3B940227FA25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4210278764" sldId="339"/>
            <ac:cxnSpMk id="7" creationId="{95458096-6920-B3EC-B26D-CF73387E59CD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4210278764" sldId="339"/>
            <ac:cxnSpMk id="19" creationId="{9C4B2FE5-C159-4A4E-94D9-E463F1CA122C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4210278764" sldId="339"/>
            <ac:cxnSpMk id="22" creationId="{9BDD28D6-AAC3-4F08-B95A-185EB00367D0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4210278764" sldId="339"/>
            <ac:cxnSpMk id="23" creationId="{FA3752BB-EAF8-42DC-BA8B-8B36F3637399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3755983345" sldId="340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55983345" sldId="340"/>
            <ac:spMk id="2" creationId="{C314A15C-23D6-D0FE-03C7-A2C44FABACAF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55983345" sldId="340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55983345" sldId="340"/>
            <ac:spMk id="6" creationId="{F885B55D-3ECF-DA63-BDB4-54132A9D85FC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55983345" sldId="340"/>
            <ac:spMk id="9" creationId="{22755DD8-B04F-4784-838D-159D0720B5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55983345" sldId="340"/>
            <ac:spMk id="15" creationId="{0108F91F-985E-D7EC-9789-9593414E166C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55983345" sldId="340"/>
            <ac:spMk id="16" creationId="{7036C7E3-6E02-BDDD-A089-CAE3EC64F898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55983345" sldId="340"/>
            <ac:spMk id="20" creationId="{7F4F1082-923B-E132-A714-29140A2D5FAC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55983345" sldId="340"/>
            <ac:spMk id="21" creationId="{F4BA251F-0CAD-85EA-5301-A3723424D847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55983345" sldId="340"/>
            <ac:spMk id="22" creationId="{1815428C-744B-3D92-5134-890A8A39E3CF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55983345" sldId="340"/>
            <ac:spMk id="23" creationId="{5520757D-C441-5793-A695-07D7D1D9B761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55983345" sldId="340"/>
            <ac:spMk id="24" creationId="{29103183-9C6D-69E4-08C8-065FD41B9301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55983345" sldId="340"/>
            <ac:spMk id="25" creationId="{EBAB41DD-D96B-9245-D6F9-B52BD029169B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55983345" sldId="340"/>
            <ac:spMk id="26" creationId="{C1FFED34-0BD8-504E-745C-185A4177B925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55983345" sldId="340"/>
            <ac:spMk id="27" creationId="{2506B49A-D416-EF68-224F-94FA9FA09681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55983345" sldId="340"/>
            <ac:spMk id="28" creationId="{8E8F53F5-1040-DD62-8092-17FE1CB0DD04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55983345" sldId="340"/>
            <ac:spMk id="29" creationId="{35596C35-490E-7A27-D3DA-B307FC891D95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55983345" sldId="340"/>
            <ac:spMk id="30" creationId="{5D15D91F-6A2F-0310-6097-CEE9060492E6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55983345" sldId="340"/>
            <ac:spMk id="31" creationId="{324A277D-50BE-C694-E95A-5ED17F6582E8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55983345" sldId="340"/>
            <ac:spMk id="32" creationId="{E077F011-299D-E340-50A3-A4D69FA13E22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55983345" sldId="340"/>
            <ac:spMk id="33" creationId="{B900A37E-60FD-2CDC-448B-E799AEF5E452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55983345" sldId="340"/>
            <ac:spMk id="34" creationId="{35094695-FEBC-872D-C085-DEDE49B1096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55983345" sldId="340"/>
            <ac:spMk id="35" creationId="{FB9A8069-7E55-6A49-5963-AABECC02FDC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755983345" sldId="340"/>
            <ac:spMk id="36" creationId="{6A7DE65A-6825-4F21-EEE8-2393A10B0A86}"/>
          </ac:spMkLst>
        </pc:spChg>
        <pc:grpChg chg="mod">
          <ac:chgData name="Rodrigo Araujo" userId="752af794b4f85fcd" providerId="LiveId" clId="{6D24FAE8-C4A8-49C4-A4B7-74B898226365}" dt="2025-08-02T02:15:21.120" v="32"/>
          <ac:grpSpMkLst>
            <pc:docMk/>
            <pc:sldMk cId="3755983345" sldId="340"/>
            <ac:grpSpMk id="19" creationId="{DC4E785D-843E-EE72-6B72-2F7B60D1096F}"/>
          </ac:grpSpMkLst>
        </pc:grp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3755983345" sldId="340"/>
            <ac:picMk id="4" creationId="{6167FE9F-280F-4A2F-A8DB-612EA7F4BAAB}"/>
          </ac:picMkLst>
        </pc:pic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3755983345" sldId="340"/>
            <ac:picMk id="5" creationId="{422BFB86-F862-ACCB-BB10-DC1620A4C36F}"/>
          </ac:picMkLst>
        </pc:pic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3755983345" sldId="340"/>
            <ac:picMk id="38" creationId="{29C9A2E1-615D-D07F-5039-59A3AB722B74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755983345" sldId="340"/>
            <ac:cxnSpMk id="10" creationId="{CAE66806-983C-44A5-8086-D90A6F399CFB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755983345" sldId="340"/>
            <ac:cxnSpMk id="11" creationId="{A7D56DE6-7C59-4029-8586-120BCB7F5006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755983345" sldId="340"/>
            <ac:cxnSpMk id="13" creationId="{B7558FF3-746D-46CA-BD74-8A2DE84C42C1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755983345" sldId="340"/>
            <ac:cxnSpMk id="17" creationId="{FA362C3D-94F2-5DCD-EEE6-4A8313B69A12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755983345" sldId="340"/>
            <ac:cxnSpMk id="18" creationId="{6F54CDF7-FFC1-EFAA-EB6F-01E7AA8488AA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572856641" sldId="341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572856641" sldId="341"/>
            <ac:spMk id="2" creationId="{20C028F5-D25C-CECF-4F8A-33F4C6006009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572856641" sldId="341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572856641" sldId="341"/>
            <ac:spMk id="4" creationId="{A807CE6B-CE9E-FEBC-9C56-43169BE92B08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572856641" sldId="341"/>
            <ac:spMk id="9" creationId="{002C0F9A-FE2E-71A7-F729-1883DD5BB974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572856641" sldId="341"/>
            <ac:spMk id="11" creationId="{54E07C94-7381-2EDC-14A9-141899C2E275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572856641" sldId="341"/>
            <ac:spMk id="12" creationId="{BF0E2732-C79E-D28F-BE1B-4A3336C9F056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572856641" sldId="341"/>
            <ac:spMk id="21" creationId="{8CAE6BBD-B64F-4BB8-A35E-4CAAB1E6FB0A}"/>
          </ac:spMkLst>
        </pc:sp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572856641" sldId="341"/>
            <ac:picMk id="5" creationId="{422BFB86-F862-ACCB-BB10-DC1620A4C36F}"/>
          </ac:picMkLst>
        </pc:pic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572856641" sldId="341"/>
            <ac:picMk id="8" creationId="{6908075A-31EF-1484-B4D0-431D69DF8AD6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572856641" sldId="341"/>
            <ac:cxnSpMk id="18" creationId="{E606A4AE-C5F8-4061-B545-51D32550F548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572856641" sldId="341"/>
            <ac:cxnSpMk id="20" creationId="{D82D4EED-3CD6-4131-862C-EAEFE7E794EC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572856641" sldId="341"/>
            <ac:cxnSpMk id="22" creationId="{FEBEA322-DB5B-46C5-9533-B18A1F521659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1170068182" sldId="343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170068182" sldId="343"/>
            <ac:spMk id="2" creationId="{A0271EE7-01D8-D062-4653-EDACE4FEC841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170068182" sldId="343"/>
            <ac:spMk id="7" creationId="{96925403-2B0C-48EA-A0B2-70E4AA3337DF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170068182" sldId="343"/>
            <ac:spMk id="13" creationId="{0F6288BA-1E1F-44DE-B4C3-6C0A0C3D5337}"/>
          </ac:spMkLst>
        </pc:sp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1170068182" sldId="343"/>
            <ac:graphicFrameMk id="6" creationId="{C50A10A7-349C-F523-7D48-67E8CEFE679D}"/>
          </ac:graphicFrameMkLst>
        </pc:graphicFrame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1170068182" sldId="343"/>
            <ac:picMk id="5" creationId="{422BFB86-F862-ACCB-BB10-DC1620A4C36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170068182" sldId="343"/>
            <ac:cxnSpMk id="8" creationId="{B3C395C2-456A-4D83-958C-A9B25FA76C07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170068182" sldId="343"/>
            <ac:cxnSpMk id="10" creationId="{6992512A-C4ED-4675-863A-6D27812E4D13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170068182" sldId="343"/>
            <ac:cxnSpMk id="12" creationId="{3ACFB037-2232-4EAE-9183-0A6169E27AE9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795837510" sldId="344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795837510" sldId="344"/>
            <ac:spMk id="2" creationId="{A0271EE7-01D8-D062-4653-EDACE4FEC841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795837510" sldId="344"/>
            <ac:spMk id="4" creationId="{A807CE6B-CE9E-FEBC-9C56-43169BE92B08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795837510" sldId="344"/>
            <ac:spMk id="7" creationId="{96925403-2B0C-48EA-A0B2-70E4AA3337DF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795837510" sldId="344"/>
            <ac:spMk id="13" creationId="{21BB8CA6-2783-461F-90C5-5FD0294F6C45}"/>
          </ac:spMkLst>
        </pc:sp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795837510" sldId="344"/>
            <ac:graphicFrameMk id="24" creationId="{21E5908F-EF73-4B48-88AC-BC7CD46BCDF6}"/>
          </ac:graphicFrameMkLst>
        </pc:graphicFrame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795837510" sldId="344"/>
            <ac:picMk id="5" creationId="{422BFB86-F862-ACCB-BB10-DC1620A4C36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795837510" sldId="344"/>
            <ac:cxnSpMk id="8" creationId="{B3C395C2-456A-4D83-958C-A9B25FA76C07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795837510" sldId="344"/>
            <ac:cxnSpMk id="10" creationId="{6992512A-C4ED-4675-863A-6D27812E4D13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795837510" sldId="344"/>
            <ac:cxnSpMk id="12" creationId="{3ACFB037-2232-4EAE-9183-0A6169E27AE9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4086004428" sldId="345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086004428" sldId="345"/>
            <ac:spMk id="2" creationId="{A0271EE7-01D8-D062-4653-EDACE4FEC841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086004428" sldId="345"/>
            <ac:spMk id="4" creationId="{A807CE6B-CE9E-FEBC-9C56-43169BE92B08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086004428" sldId="345"/>
            <ac:spMk id="7" creationId="{96925403-2B0C-48EA-A0B2-70E4AA3337DF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086004428" sldId="345"/>
            <ac:spMk id="13" creationId="{21BB8CA6-2783-461F-90C5-5FD0294F6C45}"/>
          </ac:spMkLst>
        </pc:sp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4086004428" sldId="345"/>
            <ac:graphicFrameMk id="3" creationId="{1CA2ECCA-8AAB-41E9-B1CB-FD5F673C2EF7}"/>
          </ac:graphicFrameMkLst>
        </pc:graphicFrame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4086004428" sldId="345"/>
            <ac:picMk id="5" creationId="{422BFB86-F862-ACCB-BB10-DC1620A4C36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4086004428" sldId="345"/>
            <ac:cxnSpMk id="8" creationId="{B3C395C2-456A-4D83-958C-A9B25FA76C07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4086004428" sldId="345"/>
            <ac:cxnSpMk id="10" creationId="{6992512A-C4ED-4675-863A-6D27812E4D13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4086004428" sldId="345"/>
            <ac:cxnSpMk id="12" creationId="{3ACFB037-2232-4EAE-9183-0A6169E27AE9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3004852148" sldId="346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004852148" sldId="346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004852148" sldId="346"/>
            <ac:spMk id="6" creationId="{C947538B-5F15-3157-065A-537460303BFB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004852148" sldId="346"/>
            <ac:spMk id="7" creationId="{1A06F06E-FE45-8B25-FB2B-FFFAC08BB25F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004852148" sldId="346"/>
            <ac:spMk id="10" creationId="{1EE953F2-85EE-4400-A546-0880FF368B28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004852148" sldId="346"/>
            <ac:spMk id="11" creationId="{357ED5ED-F0C0-1702-FA66-41C49FB9E2BA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004852148" sldId="346"/>
            <ac:spMk id="12" creationId="{4F3AE05E-9CCB-40AA-AE2B-4829F03AA82B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004852148" sldId="346"/>
            <ac:spMk id="13" creationId="{A55C7614-DE52-EE5C-8000-BCFDA6D23916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004852148" sldId="346"/>
            <ac:spMk id="14" creationId="{8C19CECC-5AA8-4D11-9C0A-3F05F01FB21A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3004852148" sldId="346"/>
            <ac:spMk id="18" creationId="{4F55AAEB-9B44-44CC-B5F1-826CCAE5ABEA}"/>
          </ac:spMkLst>
        </pc:sp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3004852148" sldId="346"/>
            <ac:graphicFrameMk id="2" creationId="{39A10F70-0440-4BB4-86F7-B2639BD67E43}"/>
          </ac:graphicFrameMkLst>
        </pc:graphicFrame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3004852148" sldId="346"/>
            <ac:picMk id="5" creationId="{422BFB86-F862-ACCB-BB10-DC1620A4C36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004852148" sldId="346"/>
            <ac:cxnSpMk id="15" creationId="{02C3192E-47D3-45DC-BD7D-82E809B1B5A1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004852148" sldId="346"/>
            <ac:cxnSpMk id="16" creationId="{091A67FD-8CD5-43B1-B9CC-0C2E0426368F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3004852148" sldId="346"/>
            <ac:cxnSpMk id="17" creationId="{47BF3C91-25B8-4E47-A864-A3351C45B697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966476829" sldId="347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66476829" sldId="347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66476829" sldId="347"/>
            <ac:spMk id="6" creationId="{C947538B-5F15-3157-065A-537460303BFB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66476829" sldId="347"/>
            <ac:spMk id="7" creationId="{1A06F06E-FE45-8B25-FB2B-FFFAC08BB25F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66476829" sldId="347"/>
            <ac:spMk id="10" creationId="{1EE953F2-85EE-4400-A546-0880FF368B28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66476829" sldId="347"/>
            <ac:spMk id="11" creationId="{357ED5ED-F0C0-1702-FA66-41C49FB9E2BA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66476829" sldId="347"/>
            <ac:spMk id="12" creationId="{4F3AE05E-9CCB-40AA-AE2B-4829F03AA82B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66476829" sldId="347"/>
            <ac:spMk id="13" creationId="{A55C7614-DE52-EE5C-8000-BCFDA6D23916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66476829" sldId="347"/>
            <ac:spMk id="14" creationId="{8C19CECC-5AA8-4D11-9C0A-3F05F01FB21A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66476829" sldId="347"/>
            <ac:spMk id="18" creationId="{4F55AAEB-9B44-44CC-B5F1-826CCAE5ABEA}"/>
          </ac:spMkLst>
        </pc:sp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966476829" sldId="347"/>
            <ac:graphicFrameMk id="4" creationId="{CD93F674-0859-442D-8B85-86059C7476C1}"/>
          </ac:graphicFrameMkLst>
        </pc:graphicFrame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966476829" sldId="347"/>
            <ac:picMk id="5" creationId="{422BFB86-F862-ACCB-BB10-DC1620A4C36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966476829" sldId="347"/>
            <ac:cxnSpMk id="15" creationId="{02C3192E-47D3-45DC-BD7D-82E809B1B5A1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966476829" sldId="347"/>
            <ac:cxnSpMk id="16" creationId="{091A67FD-8CD5-43B1-B9CC-0C2E0426368F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966476829" sldId="347"/>
            <ac:cxnSpMk id="17" creationId="{47BF3C91-25B8-4E47-A864-A3351C45B697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2098650679" sldId="348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098650679" sldId="348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098650679" sldId="348"/>
            <ac:spMk id="6" creationId="{C947538B-5F15-3157-065A-537460303BFB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098650679" sldId="348"/>
            <ac:spMk id="7" creationId="{1A06F06E-FE45-8B25-FB2B-FFFAC08BB25F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098650679" sldId="348"/>
            <ac:spMk id="10" creationId="{1EE953F2-85EE-4400-A546-0880FF368B28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098650679" sldId="348"/>
            <ac:spMk id="11" creationId="{357ED5ED-F0C0-1702-FA66-41C49FB9E2BA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098650679" sldId="348"/>
            <ac:spMk id="12" creationId="{4F3AE05E-9CCB-40AA-AE2B-4829F03AA82B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098650679" sldId="348"/>
            <ac:spMk id="13" creationId="{A55C7614-DE52-EE5C-8000-BCFDA6D23916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098650679" sldId="348"/>
            <ac:spMk id="14" creationId="{8C19CECC-5AA8-4D11-9C0A-3F05F01FB21A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098650679" sldId="348"/>
            <ac:spMk id="18" creationId="{4F55AAEB-9B44-44CC-B5F1-826CCAE5ABEA}"/>
          </ac:spMkLst>
        </pc:sp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2098650679" sldId="348"/>
            <ac:graphicFrameMk id="2" creationId="{647D97FD-26F4-4F20-AD9E-FB07C573DEB7}"/>
          </ac:graphicFrameMkLst>
        </pc:graphicFrame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2098650679" sldId="348"/>
            <ac:picMk id="5" creationId="{422BFB86-F862-ACCB-BB10-DC1620A4C36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098650679" sldId="348"/>
            <ac:cxnSpMk id="15" creationId="{02C3192E-47D3-45DC-BD7D-82E809B1B5A1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098650679" sldId="348"/>
            <ac:cxnSpMk id="16" creationId="{091A67FD-8CD5-43B1-B9CC-0C2E0426368F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098650679" sldId="348"/>
            <ac:cxnSpMk id="17" creationId="{47BF3C91-25B8-4E47-A864-A3351C45B697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2201346017" sldId="349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201346017" sldId="349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201346017" sldId="349"/>
            <ac:spMk id="6" creationId="{C947538B-5F15-3157-065A-537460303BFB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201346017" sldId="349"/>
            <ac:spMk id="12" creationId="{4F3AE05E-9CCB-40AA-AE2B-4829F03AA82B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201346017" sldId="349"/>
            <ac:spMk id="13" creationId="{A55C7614-DE52-EE5C-8000-BCFDA6D23916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201346017" sldId="349"/>
            <ac:spMk id="14" creationId="{8C19CECC-5AA8-4D11-9C0A-3F05F01FB21A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201346017" sldId="349"/>
            <ac:spMk id="18" creationId="{4F55AAEB-9B44-44CC-B5F1-826CCAE5ABEA}"/>
          </ac:spMkLst>
        </pc:sp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2201346017" sldId="349"/>
            <ac:graphicFrameMk id="9" creationId="{A759BB11-16EF-436F-8BFC-7E28BF384BA7}"/>
          </ac:graphicFrameMkLst>
        </pc:graphicFrame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2201346017" sldId="349"/>
            <ac:picMk id="5" creationId="{422BFB86-F862-ACCB-BB10-DC1620A4C36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201346017" sldId="349"/>
            <ac:cxnSpMk id="15" creationId="{02C3192E-47D3-45DC-BD7D-82E809B1B5A1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201346017" sldId="349"/>
            <ac:cxnSpMk id="16" creationId="{091A67FD-8CD5-43B1-B9CC-0C2E0426368F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201346017" sldId="349"/>
            <ac:cxnSpMk id="17" creationId="{47BF3C91-25B8-4E47-A864-A3351C45B697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2057543364" sldId="350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057543364" sldId="350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057543364" sldId="350"/>
            <ac:spMk id="6" creationId="{C947538B-5F15-3157-065A-537460303BFB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057543364" sldId="350"/>
            <ac:spMk id="12" creationId="{4F3AE05E-9CCB-40AA-AE2B-4829F03AA82B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057543364" sldId="350"/>
            <ac:spMk id="13" creationId="{A55C7614-DE52-EE5C-8000-BCFDA6D23916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057543364" sldId="350"/>
            <ac:spMk id="14" creationId="{8C19CECC-5AA8-4D11-9C0A-3F05F01FB21A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057543364" sldId="350"/>
            <ac:spMk id="18" creationId="{4F55AAEB-9B44-44CC-B5F1-826CCAE5ABEA}"/>
          </ac:spMkLst>
        </pc:sp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2057543364" sldId="350"/>
            <ac:graphicFrameMk id="7" creationId="{B3D0EF04-7548-46A3-87B2-D45C51578F13}"/>
          </ac:graphicFrameMkLst>
        </pc:graphicFrame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2057543364" sldId="350"/>
            <ac:picMk id="5" creationId="{422BFB86-F862-ACCB-BB10-DC1620A4C36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057543364" sldId="350"/>
            <ac:cxnSpMk id="15" creationId="{02C3192E-47D3-45DC-BD7D-82E809B1B5A1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057543364" sldId="350"/>
            <ac:cxnSpMk id="16" creationId="{091A67FD-8CD5-43B1-B9CC-0C2E0426368F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057543364" sldId="350"/>
            <ac:cxnSpMk id="17" creationId="{47BF3C91-25B8-4E47-A864-A3351C45B697}"/>
          </ac:cxnSpMkLst>
        </pc:cxnChg>
      </pc:sldChg>
      <pc:sldChg chg="modSp del modNotes">
        <pc:chgData name="Rodrigo Araujo" userId="752af794b4f85fcd" providerId="LiveId" clId="{6D24FAE8-C4A8-49C4-A4B7-74B898226365}" dt="2025-08-04T01:16:03.475" v="2257" actId="47"/>
        <pc:sldMkLst>
          <pc:docMk/>
          <pc:sldMk cId="986390035" sldId="351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86390035" sldId="351"/>
            <ac:spMk id="2" creationId="{69722938-5D51-A7E8-6E5E-DA8266D084D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86390035" sldId="351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86390035" sldId="351"/>
            <ac:spMk id="10" creationId="{6171D968-F93C-7DDA-91A5-0EB3DA35EF1E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86390035" sldId="351"/>
            <ac:spMk id="14" creationId="{021AE150-F884-4B90-B79E-07C359349D9D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86390035" sldId="351"/>
            <ac:spMk id="16" creationId="{07FCD79C-D06C-4692-710A-5425FBF85A5F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86390035" sldId="351"/>
            <ac:spMk id="17" creationId="{912F96D7-1DBC-CC82-C9E7-9C1A18768B35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86390035" sldId="351"/>
            <ac:spMk id="18" creationId="{754B29C6-9397-71D7-64B8-0BEA46EE4527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986390035" sldId="351"/>
            <ac:spMk id="20" creationId="{47F36BCB-7027-22EA-D5DD-47CEB28BB4EB}"/>
          </ac:spMkLst>
        </pc:sp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986390035" sldId="351"/>
            <ac:graphicFrameMk id="9" creationId="{AF25B4EA-64F8-4443-A357-5B2D7F9A6E12}"/>
          </ac:graphicFrameMkLst>
        </pc:graphicFrame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986390035" sldId="351"/>
            <ac:graphicFrameMk id="11" creationId="{6217E5C0-2687-42CB-B4A2-B956430C211E}"/>
          </ac:graphicFrameMkLst>
        </pc:graphicFrame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986390035" sldId="351"/>
            <ac:picMk id="5" creationId="{422BFB86-F862-ACCB-BB10-DC1620A4C36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986390035" sldId="351"/>
            <ac:cxnSpMk id="15" creationId="{36376612-0A35-4CC7-A1D7-4A77706F165D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986390035" sldId="351"/>
            <ac:cxnSpMk id="21" creationId="{8A6D7EF5-EBA7-4151-ACE5-BA02CC29D5D0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986390035" sldId="351"/>
            <ac:cxnSpMk id="25" creationId="{134BDEC1-0C3A-41E7-830E-0F132C0E7D30}"/>
          </ac:cxnSpMkLst>
        </pc:cxnChg>
      </pc:sldChg>
      <pc:sldChg chg="modSp del modNotes">
        <pc:chgData name="Rodrigo Araujo" userId="752af794b4f85fcd" providerId="LiveId" clId="{6D24FAE8-C4A8-49C4-A4B7-74B898226365}" dt="2025-08-04T01:16:03.475" v="2257" actId="47"/>
        <pc:sldMkLst>
          <pc:docMk/>
          <pc:sldMk cId="2872406926" sldId="352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872406926" sldId="352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872406926" sldId="352"/>
            <ac:spMk id="10" creationId="{6171D968-F93C-7DDA-91A5-0EB3DA35EF1E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872406926" sldId="352"/>
            <ac:spMk id="14" creationId="{021AE150-F884-4B90-B79E-07C359349D9D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872406926" sldId="352"/>
            <ac:spMk id="16" creationId="{07FCD79C-D06C-4692-710A-5425FBF85A5F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872406926" sldId="352"/>
            <ac:spMk id="18" creationId="{754B29C6-9397-71D7-64B8-0BEA46EE4527}"/>
          </ac:spMkLst>
        </pc:sp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2872406926" sldId="352"/>
            <ac:graphicFrameMk id="4" creationId="{B3B8BCD6-D8E2-476F-B04B-97C1442D6B9E}"/>
          </ac:graphicFrameMkLst>
        </pc:graphicFrame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2872406926" sldId="352"/>
            <ac:picMk id="5" creationId="{422BFB86-F862-ACCB-BB10-DC1620A4C36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872406926" sldId="352"/>
            <ac:cxnSpMk id="15" creationId="{36376612-0A35-4CC7-A1D7-4A77706F165D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872406926" sldId="352"/>
            <ac:cxnSpMk id="21" creationId="{8A6D7EF5-EBA7-4151-ACE5-BA02CC29D5D0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872406926" sldId="352"/>
            <ac:cxnSpMk id="25" creationId="{134BDEC1-0C3A-41E7-830E-0F132C0E7D30}"/>
          </ac:cxnSpMkLst>
        </pc:cxnChg>
      </pc:sldChg>
      <pc:sldChg chg="modSp del modNotes">
        <pc:chgData name="Rodrigo Araujo" userId="752af794b4f85fcd" providerId="LiveId" clId="{6D24FAE8-C4A8-49C4-A4B7-74B898226365}" dt="2025-08-04T01:16:03.475" v="2257" actId="47"/>
        <pc:sldMkLst>
          <pc:docMk/>
          <pc:sldMk cId="1409969312" sldId="353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09969312" sldId="353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09969312" sldId="353"/>
            <ac:spMk id="9" creationId="{587E1E78-40DA-F4E7-7F77-913F2D4D893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09969312" sldId="353"/>
            <ac:spMk id="16" creationId="{84B65A35-4B70-4EB8-A4E5-5B0958E2A228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09969312" sldId="353"/>
            <ac:spMk id="19" creationId="{B6F84E61-927E-209E-1620-6223D9472339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09969312" sldId="353"/>
            <ac:spMk id="21" creationId="{E999515D-A094-47E5-B889-7CA36FEDC3D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09969312" sldId="353"/>
            <ac:spMk id="26" creationId="{32F1D56D-A681-0A1B-4AB2-54418ED616FD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09969312" sldId="353"/>
            <ac:spMk id="27" creationId="{C8D4F475-65FE-ACDB-FE8E-C721A598BB0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09969312" sldId="353"/>
            <ac:spMk id="28" creationId="{DDF6D1C4-FC9F-3B3A-941A-71071C573E0F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09969312" sldId="353"/>
            <ac:spMk id="29" creationId="{EC4B0E6D-7D4E-DDED-2A99-B362DA85B564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09969312" sldId="353"/>
            <ac:spMk id="30" creationId="{F28B7D07-CC57-0C37-665E-2374A18B78A6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09969312" sldId="353"/>
            <ac:spMk id="31" creationId="{2591C5BA-AC61-CD55-5EB4-1A98EC3780E9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409969312" sldId="353"/>
            <ac:spMk id="32" creationId="{89F2ACAE-6EBD-1D2C-DF30-FEF1254ABB1D}"/>
          </ac:spMkLst>
        </pc:sp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1409969312" sldId="353"/>
            <ac:graphicFrameMk id="6" creationId="{F91146CE-FD56-4CD3-A6A2-B1EBD5BB5BCB}"/>
          </ac:graphicFrameMkLst>
        </pc:graphicFrame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1409969312" sldId="353"/>
            <ac:graphicFrameMk id="7" creationId="{1526C29D-F0EE-450A-A1C7-77FF18FB1A4C}"/>
          </ac:graphicFrameMkLst>
        </pc:graphicFrame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1409969312" sldId="353"/>
            <ac:picMk id="5" creationId="{422BFB86-F862-ACCB-BB10-DC1620A4C36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409969312" sldId="353"/>
            <ac:cxnSpMk id="17" creationId="{79E46309-CA8F-47EB-80E5-1FC0DEE2A52E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409969312" sldId="353"/>
            <ac:cxnSpMk id="18" creationId="{4B5EF035-1646-4DD8-ACE4-4FB95980C3C3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409969312" sldId="353"/>
            <ac:cxnSpMk id="20" creationId="{0A603A24-368B-4C4A-BEDC-799E23C8A4E6}"/>
          </ac:cxnSpMkLst>
        </pc:cxnChg>
      </pc:sldChg>
      <pc:sldChg chg="modSp del modNotes">
        <pc:chgData name="Rodrigo Araujo" userId="752af794b4f85fcd" providerId="LiveId" clId="{6D24FAE8-C4A8-49C4-A4B7-74B898226365}" dt="2025-08-04T01:16:03.475" v="2257" actId="47"/>
        <pc:sldMkLst>
          <pc:docMk/>
          <pc:sldMk cId="2343848026" sldId="354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343848026" sldId="354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343848026" sldId="354"/>
            <ac:spMk id="9" creationId="{587E1E78-40DA-F4E7-7F77-913F2D4D893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343848026" sldId="354"/>
            <ac:spMk id="16" creationId="{84B65A35-4B70-4EB8-A4E5-5B0958E2A228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343848026" sldId="354"/>
            <ac:spMk id="19" creationId="{B6F84E61-927E-209E-1620-6223D9472339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343848026" sldId="354"/>
            <ac:spMk id="21" creationId="{E999515D-A094-47E5-B889-7CA36FEDC3D0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343848026" sldId="354"/>
            <ac:spMk id="26" creationId="{32F1D56D-A681-0A1B-4AB2-54418ED616FD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343848026" sldId="354"/>
            <ac:spMk id="28" creationId="{DDF6D1C4-FC9F-3B3A-941A-71071C573E0F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343848026" sldId="354"/>
            <ac:spMk id="29" creationId="{EC4B0E6D-7D4E-DDED-2A99-B362DA85B564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2343848026" sldId="354"/>
            <ac:spMk id="31" creationId="{2591C5BA-AC61-CD55-5EB4-1A98EC3780E9}"/>
          </ac:spMkLst>
        </pc:sp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2343848026" sldId="354"/>
            <ac:graphicFrameMk id="2" creationId="{A3743F28-34DF-47B3-ACC7-C6553807FFBB}"/>
          </ac:graphicFrameMkLst>
        </pc:graphicFrame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2343848026" sldId="354"/>
            <ac:picMk id="5" creationId="{422BFB86-F862-ACCB-BB10-DC1620A4C36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343848026" sldId="354"/>
            <ac:cxnSpMk id="17" creationId="{79E46309-CA8F-47EB-80E5-1FC0DEE2A52E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343848026" sldId="354"/>
            <ac:cxnSpMk id="18" creationId="{4B5EF035-1646-4DD8-ACE4-4FB95980C3C3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2343848026" sldId="354"/>
            <ac:cxnSpMk id="20" creationId="{0A603A24-368B-4C4A-BEDC-799E23C8A4E6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4084371749" sldId="355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084371749" sldId="355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084371749" sldId="355"/>
            <ac:spMk id="12" creationId="{4F3AE05E-9CCB-40AA-AE2B-4829F03AA82B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084371749" sldId="355"/>
            <ac:spMk id="14" creationId="{8C19CECC-5AA8-4D11-9C0A-3F05F01FB21A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084371749" sldId="355"/>
            <ac:spMk id="18" creationId="{4F55AAEB-9B44-44CC-B5F1-826CCAE5ABEA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4084371749" sldId="355"/>
            <ac:spMk id="19" creationId="{6D46EC57-15A7-4E96-A31A-3B3FD3CE7767}"/>
          </ac:spMkLst>
        </pc:sp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4084371749" sldId="355"/>
            <ac:graphicFrameMk id="9" creationId="{6AFCCF0D-1B25-4580-B9FD-4F1AEBC1346C}"/>
          </ac:graphicFrameMkLst>
        </pc:graphicFrame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4084371749" sldId="355"/>
            <ac:picMk id="5" creationId="{422BFB86-F862-ACCB-BB10-DC1620A4C36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4084371749" sldId="355"/>
            <ac:cxnSpMk id="15" creationId="{02C3192E-47D3-45DC-BD7D-82E809B1B5A1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4084371749" sldId="355"/>
            <ac:cxnSpMk id="16" creationId="{091A67FD-8CD5-43B1-B9CC-0C2E0426368F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4084371749" sldId="355"/>
            <ac:cxnSpMk id="17" creationId="{47BF3C91-25B8-4E47-A864-A3351C45B697}"/>
          </ac:cxnSpMkLst>
        </pc:cxnChg>
      </pc:sldChg>
      <pc:sldChg chg="modSp del">
        <pc:chgData name="Rodrigo Araujo" userId="752af794b4f85fcd" providerId="LiveId" clId="{6D24FAE8-C4A8-49C4-A4B7-74B898226365}" dt="2025-08-04T01:16:03.475" v="2257" actId="47"/>
        <pc:sldMkLst>
          <pc:docMk/>
          <pc:sldMk cId="164396604" sldId="356"/>
        </pc:sldMkLst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64396604" sldId="356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64396604" sldId="356"/>
            <ac:spMk id="12" creationId="{4F3AE05E-9CCB-40AA-AE2B-4829F03AA82B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64396604" sldId="356"/>
            <ac:spMk id="14" creationId="{8C19CECC-5AA8-4D11-9C0A-3F05F01FB21A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64396604" sldId="356"/>
            <ac:spMk id="18" creationId="{4F55AAEB-9B44-44CC-B5F1-826CCAE5ABEA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k cId="164396604" sldId="356"/>
            <ac:spMk id="20" creationId="{4D8D807E-5076-4459-85C3-B8B820810A75}"/>
          </ac:spMkLst>
        </pc:spChg>
        <pc:graphicFrameChg chg="mod">
          <ac:chgData name="Rodrigo Araujo" userId="752af794b4f85fcd" providerId="LiveId" clId="{6D24FAE8-C4A8-49C4-A4B7-74B898226365}" dt="2025-08-02T02:15:21.120" v="32"/>
          <ac:graphicFrameMkLst>
            <pc:docMk/>
            <pc:sldMk cId="164396604" sldId="356"/>
            <ac:graphicFrameMk id="2" creationId="{AB52FD53-B673-4B56-A883-99DFD9C10DC0}"/>
          </ac:graphicFrameMkLst>
        </pc:graphicFrameChg>
        <pc:picChg chg="mod">
          <ac:chgData name="Rodrigo Araujo" userId="752af794b4f85fcd" providerId="LiveId" clId="{6D24FAE8-C4A8-49C4-A4B7-74B898226365}" dt="2025-08-02T02:15:21.120" v="32"/>
          <ac:picMkLst>
            <pc:docMk/>
            <pc:sldMk cId="164396604" sldId="356"/>
            <ac:picMk id="5" creationId="{422BFB86-F862-ACCB-BB10-DC1620A4C36F}"/>
          </ac:picMkLst>
        </pc:pic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64396604" sldId="356"/>
            <ac:cxnSpMk id="15" creationId="{02C3192E-47D3-45DC-BD7D-82E809B1B5A1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64396604" sldId="356"/>
            <ac:cxnSpMk id="16" creationId="{091A67FD-8CD5-43B1-B9CC-0C2E0426368F}"/>
          </ac:cxnSpMkLst>
        </pc:cxnChg>
        <pc:cxnChg chg="mod">
          <ac:chgData name="Rodrigo Araujo" userId="752af794b4f85fcd" providerId="LiveId" clId="{6D24FAE8-C4A8-49C4-A4B7-74B898226365}" dt="2025-08-02T02:15:21.120" v="32"/>
          <ac:cxnSpMkLst>
            <pc:docMk/>
            <pc:sldMk cId="164396604" sldId="356"/>
            <ac:cxnSpMk id="17" creationId="{47BF3C91-25B8-4E47-A864-A3351C45B697}"/>
          </ac:cxnSpMkLst>
        </pc:cxnChg>
      </pc:sldChg>
      <pc:sldChg chg="addSp delSp modSp add mod ord">
        <pc:chgData name="Rodrigo Araujo" userId="752af794b4f85fcd" providerId="LiveId" clId="{6D24FAE8-C4A8-49C4-A4B7-74B898226365}" dt="2025-08-02T19:52:35.035" v="654" actId="207"/>
        <pc:sldMkLst>
          <pc:docMk/>
          <pc:sldMk cId="1152473082" sldId="357"/>
        </pc:sldMkLst>
        <pc:spChg chg="mod">
          <ac:chgData name="Rodrigo Araujo" userId="752af794b4f85fcd" providerId="LiveId" clId="{6D24FAE8-C4A8-49C4-A4B7-74B898226365}" dt="2025-08-02T02:17:25.570" v="50" actId="6549"/>
          <ac:spMkLst>
            <pc:docMk/>
            <pc:sldMk cId="1152473082" sldId="357"/>
            <ac:spMk id="4" creationId="{A807CE6B-CE9E-FEBC-9C56-43169BE92B08}"/>
          </ac:spMkLst>
        </pc:spChg>
        <pc:spChg chg="add del mod">
          <ac:chgData name="Rodrigo Araujo" userId="752af794b4f85fcd" providerId="LiveId" clId="{6D24FAE8-C4A8-49C4-A4B7-74B898226365}" dt="2025-08-02T02:17:12.641" v="47" actId="478"/>
          <ac:spMkLst>
            <pc:docMk/>
            <pc:sldMk cId="1152473082" sldId="357"/>
            <ac:spMk id="6" creationId="{31FACD67-CE07-4234-BDED-EC9AC690FAE5}"/>
          </ac:spMkLst>
        </pc:spChg>
        <pc:spChg chg="add mod">
          <ac:chgData name="Rodrigo Araujo" userId="752af794b4f85fcd" providerId="LiveId" clId="{6D24FAE8-C4A8-49C4-A4B7-74B898226365}" dt="2025-08-02T19:52:35.035" v="654" actId="207"/>
          <ac:spMkLst>
            <pc:docMk/>
            <pc:sldMk cId="1152473082" sldId="357"/>
            <ac:spMk id="7" creationId="{B1C954FB-B080-4BD0-832B-614F997F0C5C}"/>
          </ac:spMkLst>
        </pc:spChg>
        <pc:spChg chg="mod">
          <ac:chgData name="Rodrigo Araujo" userId="752af794b4f85fcd" providerId="LiveId" clId="{6D24FAE8-C4A8-49C4-A4B7-74B898226365}" dt="2025-08-02T19:52:05.352" v="651" actId="207"/>
          <ac:spMkLst>
            <pc:docMk/>
            <pc:sldMk cId="1152473082" sldId="357"/>
            <ac:spMk id="8" creationId="{9F5D5DE0-4B90-4094-B31C-A39192759037}"/>
          </ac:spMkLst>
        </pc:spChg>
        <pc:spChg chg="del">
          <ac:chgData name="Rodrigo Araujo" userId="752af794b4f85fcd" providerId="LiveId" clId="{6D24FAE8-C4A8-49C4-A4B7-74B898226365}" dt="2025-08-02T02:18:34.352" v="56" actId="478"/>
          <ac:spMkLst>
            <pc:docMk/>
            <pc:sldMk cId="1152473082" sldId="357"/>
            <ac:spMk id="13" creationId="{F675AA28-DA4C-4608-8428-4D151ADBE6A5}"/>
          </ac:spMkLst>
        </pc:spChg>
        <pc:spChg chg="add del mod">
          <ac:chgData name="Rodrigo Araujo" userId="752af794b4f85fcd" providerId="LiveId" clId="{6D24FAE8-C4A8-49C4-A4B7-74B898226365}" dt="2025-08-02T02:22:41.620" v="75" actId="478"/>
          <ac:spMkLst>
            <pc:docMk/>
            <pc:sldMk cId="1152473082" sldId="357"/>
            <ac:spMk id="15" creationId="{AE72ECDD-AD02-4F67-9BC1-4C4B9470D854}"/>
          </ac:spMkLst>
        </pc:spChg>
        <pc:spChg chg="add mod">
          <ac:chgData name="Rodrigo Araujo" userId="752af794b4f85fcd" providerId="LiveId" clId="{6D24FAE8-C4A8-49C4-A4B7-74B898226365}" dt="2025-08-02T19:52:30.427" v="653" actId="207"/>
          <ac:spMkLst>
            <pc:docMk/>
            <pc:sldMk cId="1152473082" sldId="357"/>
            <ac:spMk id="16" creationId="{019DB84D-EB10-4504-BBE6-776EE407E7AD}"/>
          </ac:spMkLst>
        </pc:spChg>
        <pc:grpChg chg="add del mod">
          <ac:chgData name="Rodrigo Araujo" userId="752af794b4f85fcd" providerId="LiveId" clId="{6D24FAE8-C4A8-49C4-A4B7-74B898226365}" dt="2025-08-02T02:19:35.703" v="62" actId="478"/>
          <ac:grpSpMkLst>
            <pc:docMk/>
            <pc:sldMk cId="1152473082" sldId="357"/>
            <ac:grpSpMk id="11" creationId="{2B0E004E-1204-4116-8667-A570C17FF519}"/>
          </ac:grpSpMkLst>
        </pc:grpChg>
        <pc:grpChg chg="add mod">
          <ac:chgData name="Rodrigo Araujo" userId="752af794b4f85fcd" providerId="LiveId" clId="{6D24FAE8-C4A8-49C4-A4B7-74B898226365}" dt="2025-08-02T02:25:11.089" v="88" actId="1076"/>
          <ac:grpSpMkLst>
            <pc:docMk/>
            <pc:sldMk cId="1152473082" sldId="357"/>
            <ac:grpSpMk id="14" creationId="{E3C56472-1F40-41B2-B3A2-D4C3CEB2A4C9}"/>
          </ac:grpSpMkLst>
        </pc:grpChg>
        <pc:picChg chg="del">
          <ac:chgData name="Rodrigo Araujo" userId="752af794b4f85fcd" providerId="LiveId" clId="{6D24FAE8-C4A8-49C4-A4B7-74B898226365}" dt="2025-08-02T02:17:02.440" v="46" actId="478"/>
          <ac:picMkLst>
            <pc:docMk/>
            <pc:sldMk cId="1152473082" sldId="357"/>
            <ac:picMk id="5" creationId="{422BFB86-F862-ACCB-BB10-DC1620A4C36F}"/>
          </ac:picMkLst>
        </pc:picChg>
        <pc:picChg chg="add mod">
          <ac:chgData name="Rodrigo Araujo" userId="752af794b4f85fcd" providerId="LiveId" clId="{6D24FAE8-C4A8-49C4-A4B7-74B898226365}" dt="2025-08-02T19:14:44.173" v="273"/>
          <ac:picMkLst>
            <pc:docMk/>
            <pc:sldMk cId="1152473082" sldId="357"/>
            <ac:picMk id="11" creationId="{E64A6A0F-CEB1-4BD3-980F-34D65C814073}"/>
          </ac:picMkLst>
        </pc:picChg>
        <pc:cxnChg chg="mod">
          <ac:chgData name="Rodrigo Araujo" userId="752af794b4f85fcd" providerId="LiveId" clId="{6D24FAE8-C4A8-49C4-A4B7-74B898226365}" dt="2025-08-02T19:52:02.425" v="650" actId="208"/>
          <ac:cxnSpMkLst>
            <pc:docMk/>
            <pc:sldMk cId="1152473082" sldId="357"/>
            <ac:cxnSpMk id="9" creationId="{32F4ABF0-3BD1-4B86-AEB9-DBCFD1E94A0B}"/>
          </ac:cxnSpMkLst>
        </pc:cxnChg>
        <pc:cxnChg chg="mod">
          <ac:chgData name="Rodrigo Araujo" userId="752af794b4f85fcd" providerId="LiveId" clId="{6D24FAE8-C4A8-49C4-A4B7-74B898226365}" dt="2025-08-02T19:52:02.425" v="650" actId="208"/>
          <ac:cxnSpMkLst>
            <pc:docMk/>
            <pc:sldMk cId="1152473082" sldId="357"/>
            <ac:cxnSpMk id="10" creationId="{92BFB6F0-9A49-4CA5-BB4B-68204A5D6C46}"/>
          </ac:cxnSpMkLst>
        </pc:cxnChg>
        <pc:cxnChg chg="mod">
          <ac:chgData name="Rodrigo Araujo" userId="752af794b4f85fcd" providerId="LiveId" clId="{6D24FAE8-C4A8-49C4-A4B7-74B898226365}" dt="2025-08-02T19:52:02.425" v="650" actId="208"/>
          <ac:cxnSpMkLst>
            <pc:docMk/>
            <pc:sldMk cId="1152473082" sldId="357"/>
            <ac:cxnSpMk id="12" creationId="{7229B305-A385-4BA4-A695-34E3ACE85DEB}"/>
          </ac:cxnSpMkLst>
        </pc:cxnChg>
      </pc:sldChg>
      <pc:sldChg chg="new del">
        <pc:chgData name="Rodrigo Araujo" userId="752af794b4f85fcd" providerId="LiveId" clId="{6D24FAE8-C4A8-49C4-A4B7-74B898226365}" dt="2025-08-02T02:13:57.661" v="25" actId="680"/>
        <pc:sldMkLst>
          <pc:docMk/>
          <pc:sldMk cId="1815850263" sldId="357"/>
        </pc:sldMkLst>
      </pc:sldChg>
      <pc:sldChg chg="addSp delSp modSp add mod ord">
        <pc:chgData name="Rodrigo Araujo" userId="752af794b4f85fcd" providerId="LiveId" clId="{6D24FAE8-C4A8-49C4-A4B7-74B898226365}" dt="2025-08-03T22:09:48.197" v="1921" actId="403"/>
        <pc:sldMkLst>
          <pc:docMk/>
          <pc:sldMk cId="2794425891" sldId="358"/>
        </pc:sldMkLst>
        <pc:spChg chg="mod">
          <ac:chgData name="Rodrigo Araujo" userId="752af794b4f85fcd" providerId="LiveId" clId="{6D24FAE8-C4A8-49C4-A4B7-74B898226365}" dt="2025-08-02T18:51:08.829" v="212" actId="207"/>
          <ac:spMkLst>
            <pc:docMk/>
            <pc:sldMk cId="2794425891" sldId="358"/>
            <ac:spMk id="2" creationId="{00000000-0000-0000-0000-000000000000}"/>
          </ac:spMkLst>
        </pc:spChg>
        <pc:spChg chg="del">
          <ac:chgData name="Rodrigo Araujo" userId="752af794b4f85fcd" providerId="LiveId" clId="{6D24FAE8-C4A8-49C4-A4B7-74B898226365}" dt="2025-08-02T18:45:12.607" v="188" actId="478"/>
          <ac:spMkLst>
            <pc:docMk/>
            <pc:sldMk cId="2794425891" sldId="358"/>
            <ac:spMk id="3" creationId="{00000000-0000-0000-0000-000000000000}"/>
          </ac:spMkLst>
        </pc:spChg>
        <pc:spChg chg="del">
          <ac:chgData name="Rodrigo Araujo" userId="752af794b4f85fcd" providerId="LiveId" clId="{6D24FAE8-C4A8-49C4-A4B7-74B898226365}" dt="2025-08-02T18:45:15.449" v="189" actId="478"/>
          <ac:spMkLst>
            <pc:docMk/>
            <pc:sldMk cId="2794425891" sldId="358"/>
            <ac:spMk id="4" creationId="{00000000-0000-0000-0000-000000000000}"/>
          </ac:spMkLst>
        </pc:spChg>
        <pc:spChg chg="add mod">
          <ac:chgData name="Rodrigo Araujo" userId="752af794b4f85fcd" providerId="LiveId" clId="{6D24FAE8-C4A8-49C4-A4B7-74B898226365}" dt="2025-08-02T20:22:39.173" v="873" actId="20577"/>
          <ac:spMkLst>
            <pc:docMk/>
            <pc:sldMk cId="2794425891" sldId="358"/>
            <ac:spMk id="8" creationId="{98275F6C-57D2-42B9-9890-24F331200E62}"/>
          </ac:spMkLst>
        </pc:spChg>
        <pc:spChg chg="del">
          <ac:chgData name="Rodrigo Araujo" userId="752af794b4f85fcd" providerId="LiveId" clId="{6D24FAE8-C4A8-49C4-A4B7-74B898226365}" dt="2025-08-02T18:45:17.037" v="190" actId="478"/>
          <ac:spMkLst>
            <pc:docMk/>
            <pc:sldMk cId="2794425891" sldId="358"/>
            <ac:spMk id="9" creationId="{96D2DA13-63FB-4031-A09C-57ACFA81100F}"/>
          </ac:spMkLst>
        </pc:spChg>
        <pc:spChg chg="add mod">
          <ac:chgData name="Rodrigo Araujo" userId="752af794b4f85fcd" providerId="LiveId" clId="{6D24FAE8-C4A8-49C4-A4B7-74B898226365}" dt="2025-08-03T22:09:48.197" v="1921" actId="403"/>
          <ac:spMkLst>
            <pc:docMk/>
            <pc:sldMk cId="2794425891" sldId="358"/>
            <ac:spMk id="11" creationId="{9182FF76-A609-47A6-B1D2-76397E55901E}"/>
          </ac:spMkLst>
        </pc:spChg>
        <pc:picChg chg="add mod">
          <ac:chgData name="Rodrigo Araujo" userId="752af794b4f85fcd" providerId="LiveId" clId="{6D24FAE8-C4A8-49C4-A4B7-74B898226365}" dt="2025-08-02T20:21:11.334" v="852" actId="1076"/>
          <ac:picMkLst>
            <pc:docMk/>
            <pc:sldMk cId="2794425891" sldId="358"/>
            <ac:picMk id="10" creationId="{8EA5784B-010D-4E96-A7CD-8356BA9CA97E}"/>
          </ac:picMkLst>
        </pc:picChg>
        <pc:cxnChg chg="del">
          <ac:chgData name="Rodrigo Araujo" userId="752af794b4f85fcd" providerId="LiveId" clId="{6D24FAE8-C4A8-49C4-A4B7-74B898226365}" dt="2025-08-02T18:49:33.337" v="205" actId="478"/>
          <ac:cxnSpMkLst>
            <pc:docMk/>
            <pc:sldMk cId="2794425891" sldId="358"/>
            <ac:cxnSpMk id="41" creationId="{7B218EDD-55D8-482B-A501-27D6CB9D6AD5}"/>
          </ac:cxnSpMkLst>
        </pc:cxnChg>
      </pc:sldChg>
      <pc:sldChg chg="addSp delSp modSp add mod ord">
        <pc:chgData name="Rodrigo Araujo" userId="752af794b4f85fcd" providerId="LiveId" clId="{6D24FAE8-C4A8-49C4-A4B7-74B898226365}" dt="2025-08-02T20:13:36.457" v="850" actId="20577"/>
        <pc:sldMkLst>
          <pc:docMk/>
          <pc:sldMk cId="695079926" sldId="359"/>
        </pc:sldMkLst>
        <pc:spChg chg="mod">
          <ac:chgData name="Rodrigo Araujo" userId="752af794b4f85fcd" providerId="LiveId" clId="{6D24FAE8-C4A8-49C4-A4B7-74B898226365}" dt="2025-08-02T20:12:42.212" v="824" actId="14100"/>
          <ac:spMkLst>
            <pc:docMk/>
            <pc:sldMk cId="695079926" sldId="359"/>
            <ac:spMk id="2" creationId="{20C028F5-D25C-CECF-4F8A-33F4C6006009}"/>
          </ac:spMkLst>
        </pc:spChg>
        <pc:spChg chg="del mod">
          <ac:chgData name="Rodrigo Araujo" userId="752af794b4f85fcd" providerId="LiveId" clId="{6D24FAE8-C4A8-49C4-A4B7-74B898226365}" dt="2025-08-02T20:02:37.619" v="692" actId="478"/>
          <ac:spMkLst>
            <pc:docMk/>
            <pc:sldMk cId="695079926" sldId="359"/>
            <ac:spMk id="3" creationId="{877CFF86-CA7C-9877-13C0-9DDED7702483}"/>
          </ac:spMkLst>
        </pc:spChg>
        <pc:spChg chg="mod">
          <ac:chgData name="Rodrigo Araujo" userId="752af794b4f85fcd" providerId="LiveId" clId="{6D24FAE8-C4A8-49C4-A4B7-74B898226365}" dt="2025-08-02T20:11:09.492" v="788" actId="1076"/>
          <ac:spMkLst>
            <pc:docMk/>
            <pc:sldMk cId="695079926" sldId="359"/>
            <ac:spMk id="4" creationId="{A807CE6B-CE9E-FEBC-9C56-43169BE92B08}"/>
          </ac:spMkLst>
        </pc:spChg>
        <pc:spChg chg="del">
          <ac:chgData name="Rodrigo Araujo" userId="752af794b4f85fcd" providerId="LiveId" clId="{6D24FAE8-C4A8-49C4-A4B7-74B898226365}" dt="2025-08-02T19:59:40.718" v="670" actId="478"/>
          <ac:spMkLst>
            <pc:docMk/>
            <pc:sldMk cId="695079926" sldId="359"/>
            <ac:spMk id="7" creationId="{84AE67EF-737F-4F53-BDEC-2548D3584EC4}"/>
          </ac:spMkLst>
        </pc:spChg>
        <pc:spChg chg="add del mod">
          <ac:chgData name="Rodrigo Araujo" userId="752af794b4f85fcd" providerId="LiveId" clId="{6D24FAE8-C4A8-49C4-A4B7-74B898226365}" dt="2025-08-02T19:59:46.461" v="672" actId="478"/>
          <ac:spMkLst>
            <pc:docMk/>
            <pc:sldMk cId="695079926" sldId="359"/>
            <ac:spMk id="8" creationId="{CFF6D71C-D97C-467D-B5F6-D8453CD3D3EB}"/>
          </ac:spMkLst>
        </pc:spChg>
        <pc:spChg chg="del">
          <ac:chgData name="Rodrigo Araujo" userId="752af794b4f85fcd" providerId="LiveId" clId="{6D24FAE8-C4A8-49C4-A4B7-74B898226365}" dt="2025-08-02T19:59:40.718" v="670" actId="478"/>
          <ac:spMkLst>
            <pc:docMk/>
            <pc:sldMk cId="695079926" sldId="359"/>
            <ac:spMk id="9" creationId="{3AB5F4D9-CEA0-4472-9B11-E7C3C6D530B7}"/>
          </ac:spMkLst>
        </pc:spChg>
        <pc:spChg chg="mod">
          <ac:chgData name="Rodrigo Araujo" userId="752af794b4f85fcd" providerId="LiveId" clId="{6D24FAE8-C4A8-49C4-A4B7-74B898226365}" dt="2025-08-02T20:11:09.492" v="788" actId="1076"/>
          <ac:spMkLst>
            <pc:docMk/>
            <pc:sldMk cId="695079926" sldId="359"/>
            <ac:spMk id="12" creationId="{853EE781-5609-4DEA-BC4B-B738B73EF41E}"/>
          </ac:spMkLst>
        </pc:spChg>
        <pc:spChg chg="mod">
          <ac:chgData name="Rodrigo Araujo" userId="752af794b4f85fcd" providerId="LiveId" clId="{6D24FAE8-C4A8-49C4-A4B7-74B898226365}" dt="2025-08-02T20:11:09.492" v="788" actId="1076"/>
          <ac:spMkLst>
            <pc:docMk/>
            <pc:sldMk cId="695079926" sldId="359"/>
            <ac:spMk id="13" creationId="{14150AB4-2F36-481E-8F4E-330FD5C2FE20}"/>
          </ac:spMkLst>
        </pc:spChg>
        <pc:spChg chg="del">
          <ac:chgData name="Rodrigo Araujo" userId="752af794b4f85fcd" providerId="LiveId" clId="{6D24FAE8-C4A8-49C4-A4B7-74B898226365}" dt="2025-08-02T19:59:40.718" v="670" actId="478"/>
          <ac:spMkLst>
            <pc:docMk/>
            <pc:sldMk cId="695079926" sldId="359"/>
            <ac:spMk id="14" creationId="{9EBA86E2-0E5F-4450-99E6-32AE5D6D67D4}"/>
          </ac:spMkLst>
        </pc:spChg>
        <pc:spChg chg="del">
          <ac:chgData name="Rodrigo Araujo" userId="752af794b4f85fcd" providerId="LiveId" clId="{6D24FAE8-C4A8-49C4-A4B7-74B898226365}" dt="2025-08-02T19:59:40.718" v="670" actId="478"/>
          <ac:spMkLst>
            <pc:docMk/>
            <pc:sldMk cId="695079926" sldId="359"/>
            <ac:spMk id="15" creationId="{DB90C4F5-AE49-4DD5-A377-8F3F03074D9F}"/>
          </ac:spMkLst>
        </pc:spChg>
        <pc:spChg chg="del">
          <ac:chgData name="Rodrigo Araujo" userId="752af794b4f85fcd" providerId="LiveId" clId="{6D24FAE8-C4A8-49C4-A4B7-74B898226365}" dt="2025-08-02T19:59:40.718" v="670" actId="478"/>
          <ac:spMkLst>
            <pc:docMk/>
            <pc:sldMk cId="695079926" sldId="359"/>
            <ac:spMk id="16" creationId="{0081A556-F151-49E4-9E6B-52545E7701FD}"/>
          </ac:spMkLst>
        </pc:spChg>
        <pc:spChg chg="del">
          <ac:chgData name="Rodrigo Araujo" userId="752af794b4f85fcd" providerId="LiveId" clId="{6D24FAE8-C4A8-49C4-A4B7-74B898226365}" dt="2025-08-02T19:59:40.718" v="670" actId="478"/>
          <ac:spMkLst>
            <pc:docMk/>
            <pc:sldMk cId="695079926" sldId="359"/>
            <ac:spMk id="18" creationId="{ABCFBA81-E349-459B-9BD2-FFEDF35D985C}"/>
          </ac:spMkLst>
        </pc:spChg>
        <pc:spChg chg="del">
          <ac:chgData name="Rodrigo Araujo" userId="752af794b4f85fcd" providerId="LiveId" clId="{6D24FAE8-C4A8-49C4-A4B7-74B898226365}" dt="2025-08-02T19:59:40.718" v="670" actId="478"/>
          <ac:spMkLst>
            <pc:docMk/>
            <pc:sldMk cId="695079926" sldId="359"/>
            <ac:spMk id="20" creationId="{2E804D0C-1889-4FE5-9432-CBD8AB08FBF5}"/>
          </ac:spMkLst>
        </pc:spChg>
        <pc:spChg chg="del">
          <ac:chgData name="Rodrigo Araujo" userId="752af794b4f85fcd" providerId="LiveId" clId="{6D24FAE8-C4A8-49C4-A4B7-74B898226365}" dt="2025-08-02T19:59:40.718" v="670" actId="478"/>
          <ac:spMkLst>
            <pc:docMk/>
            <pc:sldMk cId="695079926" sldId="359"/>
            <ac:spMk id="21" creationId="{0EBF7F72-B493-4AB8-9600-DAF428D48236}"/>
          </ac:spMkLst>
        </pc:spChg>
        <pc:spChg chg="mod">
          <ac:chgData name="Rodrigo Araujo" userId="752af794b4f85fcd" providerId="LiveId" clId="{6D24FAE8-C4A8-49C4-A4B7-74B898226365}" dt="2025-08-02T20:13:36.457" v="850" actId="20577"/>
          <ac:spMkLst>
            <pc:docMk/>
            <pc:sldMk cId="695079926" sldId="359"/>
            <ac:spMk id="24" creationId="{06EFA972-15F6-49EA-AA89-BC6C1DC0FAF3}"/>
          </ac:spMkLst>
        </pc:spChg>
        <pc:spChg chg="add del mod">
          <ac:chgData name="Rodrigo Araujo" userId="752af794b4f85fcd" providerId="LiveId" clId="{6D24FAE8-C4A8-49C4-A4B7-74B898226365}" dt="2025-08-02T20:02:37.619" v="692" actId="478"/>
          <ac:spMkLst>
            <pc:docMk/>
            <pc:sldMk cId="695079926" sldId="359"/>
            <ac:spMk id="25" creationId="{91724E1D-E96E-4F6E-9552-DF1930C26785}"/>
          </ac:spMkLst>
        </pc:spChg>
        <pc:spChg chg="add del mod">
          <ac:chgData name="Rodrigo Araujo" userId="752af794b4f85fcd" providerId="LiveId" clId="{6D24FAE8-C4A8-49C4-A4B7-74B898226365}" dt="2025-08-02T20:02:37.619" v="692" actId="478"/>
          <ac:spMkLst>
            <pc:docMk/>
            <pc:sldMk cId="695079926" sldId="359"/>
            <ac:spMk id="26" creationId="{261E4217-33D3-46F8-93E7-E65B5B163387}"/>
          </ac:spMkLst>
        </pc:spChg>
        <pc:spChg chg="add del mod">
          <ac:chgData name="Rodrigo Araujo" userId="752af794b4f85fcd" providerId="LiveId" clId="{6D24FAE8-C4A8-49C4-A4B7-74B898226365}" dt="2025-08-02T20:02:37.619" v="692" actId="478"/>
          <ac:spMkLst>
            <pc:docMk/>
            <pc:sldMk cId="695079926" sldId="359"/>
            <ac:spMk id="27" creationId="{719DB0D0-E016-44B0-983F-68AFBE170DD2}"/>
          </ac:spMkLst>
        </pc:spChg>
        <pc:spChg chg="add del mod">
          <ac:chgData name="Rodrigo Araujo" userId="752af794b4f85fcd" providerId="LiveId" clId="{6D24FAE8-C4A8-49C4-A4B7-74B898226365}" dt="2025-08-02T20:02:37.619" v="692" actId="478"/>
          <ac:spMkLst>
            <pc:docMk/>
            <pc:sldMk cId="695079926" sldId="359"/>
            <ac:spMk id="28" creationId="{73B2E368-6C49-454D-9BD8-111D81916F90}"/>
          </ac:spMkLst>
        </pc:spChg>
        <pc:spChg chg="add del mod">
          <ac:chgData name="Rodrigo Araujo" userId="752af794b4f85fcd" providerId="LiveId" clId="{6D24FAE8-C4A8-49C4-A4B7-74B898226365}" dt="2025-08-02T20:02:37.619" v="692" actId="478"/>
          <ac:spMkLst>
            <pc:docMk/>
            <pc:sldMk cId="695079926" sldId="359"/>
            <ac:spMk id="29" creationId="{2962483D-F65B-4F0E-9755-FC495CE5EE00}"/>
          </ac:spMkLst>
        </pc:spChg>
        <pc:spChg chg="add del mod">
          <ac:chgData name="Rodrigo Araujo" userId="752af794b4f85fcd" providerId="LiveId" clId="{6D24FAE8-C4A8-49C4-A4B7-74B898226365}" dt="2025-08-02T20:02:37.619" v="692" actId="478"/>
          <ac:spMkLst>
            <pc:docMk/>
            <pc:sldMk cId="695079926" sldId="359"/>
            <ac:spMk id="30" creationId="{673E766C-6AD5-458D-A5C0-539632575D36}"/>
          </ac:spMkLst>
        </pc:spChg>
        <pc:spChg chg="add del mod">
          <ac:chgData name="Rodrigo Araujo" userId="752af794b4f85fcd" providerId="LiveId" clId="{6D24FAE8-C4A8-49C4-A4B7-74B898226365}" dt="2025-08-02T20:02:37.619" v="692" actId="478"/>
          <ac:spMkLst>
            <pc:docMk/>
            <pc:sldMk cId="695079926" sldId="359"/>
            <ac:spMk id="31" creationId="{D3CF13DC-9375-4BA6-B178-4496A7E80B84}"/>
          </ac:spMkLst>
        </pc:spChg>
        <pc:spChg chg="add del mod">
          <ac:chgData name="Rodrigo Araujo" userId="752af794b4f85fcd" providerId="LiveId" clId="{6D24FAE8-C4A8-49C4-A4B7-74B898226365}" dt="2025-08-02T20:02:37.619" v="692" actId="478"/>
          <ac:spMkLst>
            <pc:docMk/>
            <pc:sldMk cId="695079926" sldId="359"/>
            <ac:spMk id="32" creationId="{630A3133-8EF2-40EF-B3C6-112C5D50A785}"/>
          </ac:spMkLst>
        </pc:spChg>
        <pc:spChg chg="add del mod">
          <ac:chgData name="Rodrigo Araujo" userId="752af794b4f85fcd" providerId="LiveId" clId="{6D24FAE8-C4A8-49C4-A4B7-74B898226365}" dt="2025-08-02T20:05:46.155" v="732" actId="478"/>
          <ac:spMkLst>
            <pc:docMk/>
            <pc:sldMk cId="695079926" sldId="359"/>
            <ac:spMk id="33" creationId="{5A2CC44B-8E19-4981-8C26-0C69EB270E66}"/>
          </ac:spMkLst>
        </pc:spChg>
        <pc:spChg chg="add del mod">
          <ac:chgData name="Rodrigo Araujo" userId="752af794b4f85fcd" providerId="LiveId" clId="{6D24FAE8-C4A8-49C4-A4B7-74B898226365}" dt="2025-08-02T20:05:32.127" v="729" actId="478"/>
          <ac:spMkLst>
            <pc:docMk/>
            <pc:sldMk cId="695079926" sldId="359"/>
            <ac:spMk id="34" creationId="{E26FF2C7-DBED-4F1D-9214-3FB4877579D0}"/>
          </ac:spMkLst>
        </pc:spChg>
        <pc:spChg chg="add del mod">
          <ac:chgData name="Rodrigo Araujo" userId="752af794b4f85fcd" providerId="LiveId" clId="{6D24FAE8-C4A8-49C4-A4B7-74B898226365}" dt="2025-08-02T20:05:46.155" v="732" actId="478"/>
          <ac:spMkLst>
            <pc:docMk/>
            <pc:sldMk cId="695079926" sldId="359"/>
            <ac:spMk id="35" creationId="{E99F7854-CF74-436E-89AF-4F88DF7FB901}"/>
          </ac:spMkLst>
        </pc:spChg>
        <pc:spChg chg="add del mod">
          <ac:chgData name="Rodrigo Araujo" userId="752af794b4f85fcd" providerId="LiveId" clId="{6D24FAE8-C4A8-49C4-A4B7-74B898226365}" dt="2025-08-02T20:05:46.155" v="732" actId="478"/>
          <ac:spMkLst>
            <pc:docMk/>
            <pc:sldMk cId="695079926" sldId="359"/>
            <ac:spMk id="36" creationId="{3DAFD100-887A-490D-B342-2853CF0B07B6}"/>
          </ac:spMkLst>
        </pc:spChg>
        <pc:spChg chg="add del mod">
          <ac:chgData name="Rodrigo Araujo" userId="752af794b4f85fcd" providerId="LiveId" clId="{6D24FAE8-C4A8-49C4-A4B7-74B898226365}" dt="2025-08-02T20:05:46.155" v="732" actId="478"/>
          <ac:spMkLst>
            <pc:docMk/>
            <pc:sldMk cId="695079926" sldId="359"/>
            <ac:spMk id="37" creationId="{2A24D68E-08FD-491C-BFDA-C302243DA0EE}"/>
          </ac:spMkLst>
        </pc:spChg>
        <pc:spChg chg="add del mod">
          <ac:chgData name="Rodrigo Araujo" userId="752af794b4f85fcd" providerId="LiveId" clId="{6D24FAE8-C4A8-49C4-A4B7-74B898226365}" dt="2025-08-02T20:05:46.155" v="732" actId="478"/>
          <ac:spMkLst>
            <pc:docMk/>
            <pc:sldMk cId="695079926" sldId="359"/>
            <ac:spMk id="38" creationId="{3EE5B846-A761-42CB-9F05-C38BCDECCC86}"/>
          </ac:spMkLst>
        </pc:spChg>
        <pc:spChg chg="add del mod">
          <ac:chgData name="Rodrigo Araujo" userId="752af794b4f85fcd" providerId="LiveId" clId="{6D24FAE8-C4A8-49C4-A4B7-74B898226365}" dt="2025-08-02T20:05:46.155" v="732" actId="478"/>
          <ac:spMkLst>
            <pc:docMk/>
            <pc:sldMk cId="695079926" sldId="359"/>
            <ac:spMk id="39" creationId="{FDAD3B73-749E-40B6-AF7C-03FF7708F0AF}"/>
          </ac:spMkLst>
        </pc:spChg>
        <pc:spChg chg="add del mod">
          <ac:chgData name="Rodrigo Araujo" userId="752af794b4f85fcd" providerId="LiveId" clId="{6D24FAE8-C4A8-49C4-A4B7-74B898226365}" dt="2025-08-02T20:05:46.155" v="732" actId="478"/>
          <ac:spMkLst>
            <pc:docMk/>
            <pc:sldMk cId="695079926" sldId="359"/>
            <ac:spMk id="40" creationId="{97F40CA7-A2E2-4B7D-BEBE-278E3FB46ED4}"/>
          </ac:spMkLst>
        </pc:spChg>
        <pc:spChg chg="add mod">
          <ac:chgData name="Rodrigo Araujo" userId="752af794b4f85fcd" providerId="LiveId" clId="{6D24FAE8-C4A8-49C4-A4B7-74B898226365}" dt="2025-08-02T20:04:17.913" v="709" actId="571"/>
          <ac:spMkLst>
            <pc:docMk/>
            <pc:sldMk cId="695079926" sldId="359"/>
            <ac:spMk id="41" creationId="{F54B1E69-DE40-43D8-8364-B37DBE0166F7}"/>
          </ac:spMkLst>
        </pc:spChg>
        <pc:spChg chg="add mod">
          <ac:chgData name="Rodrigo Araujo" userId="752af794b4f85fcd" providerId="LiveId" clId="{6D24FAE8-C4A8-49C4-A4B7-74B898226365}" dt="2025-08-02T20:04:17.913" v="709" actId="571"/>
          <ac:spMkLst>
            <pc:docMk/>
            <pc:sldMk cId="695079926" sldId="359"/>
            <ac:spMk id="42" creationId="{93387C48-D8BD-466B-800D-92038795C53C}"/>
          </ac:spMkLst>
        </pc:spChg>
        <pc:spChg chg="add mod">
          <ac:chgData name="Rodrigo Araujo" userId="752af794b4f85fcd" providerId="LiveId" clId="{6D24FAE8-C4A8-49C4-A4B7-74B898226365}" dt="2025-08-02T20:04:17.913" v="709" actId="571"/>
          <ac:spMkLst>
            <pc:docMk/>
            <pc:sldMk cId="695079926" sldId="359"/>
            <ac:spMk id="43" creationId="{BB3EF1B1-0126-4DF8-A326-19CD136630A6}"/>
          </ac:spMkLst>
        </pc:spChg>
        <pc:spChg chg="add mod">
          <ac:chgData name="Rodrigo Araujo" userId="752af794b4f85fcd" providerId="LiveId" clId="{6D24FAE8-C4A8-49C4-A4B7-74B898226365}" dt="2025-08-02T20:04:17.913" v="709" actId="571"/>
          <ac:spMkLst>
            <pc:docMk/>
            <pc:sldMk cId="695079926" sldId="359"/>
            <ac:spMk id="44" creationId="{DC0E236A-AD16-4256-BEEE-BF370A268E01}"/>
          </ac:spMkLst>
        </pc:spChg>
        <pc:spChg chg="add mod">
          <ac:chgData name="Rodrigo Araujo" userId="752af794b4f85fcd" providerId="LiveId" clId="{6D24FAE8-C4A8-49C4-A4B7-74B898226365}" dt="2025-08-02T20:04:17.913" v="709" actId="571"/>
          <ac:spMkLst>
            <pc:docMk/>
            <pc:sldMk cId="695079926" sldId="359"/>
            <ac:spMk id="45" creationId="{A4D68E6A-9E66-433E-B442-3569CD2BD80B}"/>
          </ac:spMkLst>
        </pc:spChg>
        <pc:spChg chg="add mod">
          <ac:chgData name="Rodrigo Araujo" userId="752af794b4f85fcd" providerId="LiveId" clId="{6D24FAE8-C4A8-49C4-A4B7-74B898226365}" dt="2025-08-02T20:04:17.913" v="709" actId="571"/>
          <ac:spMkLst>
            <pc:docMk/>
            <pc:sldMk cId="695079926" sldId="359"/>
            <ac:spMk id="46" creationId="{3E74DE24-0961-40E9-8C65-E35732DC3A85}"/>
          </ac:spMkLst>
        </pc:spChg>
        <pc:spChg chg="add mod">
          <ac:chgData name="Rodrigo Araujo" userId="752af794b4f85fcd" providerId="LiveId" clId="{6D24FAE8-C4A8-49C4-A4B7-74B898226365}" dt="2025-08-02T20:04:17.913" v="709" actId="571"/>
          <ac:spMkLst>
            <pc:docMk/>
            <pc:sldMk cId="695079926" sldId="359"/>
            <ac:spMk id="47" creationId="{95CD4394-AF1F-4B55-971D-2BB73AAA9982}"/>
          </ac:spMkLst>
        </pc:spChg>
        <pc:spChg chg="add mod">
          <ac:chgData name="Rodrigo Araujo" userId="752af794b4f85fcd" providerId="LiveId" clId="{6D24FAE8-C4A8-49C4-A4B7-74B898226365}" dt="2025-08-02T20:04:17.913" v="709" actId="571"/>
          <ac:spMkLst>
            <pc:docMk/>
            <pc:sldMk cId="695079926" sldId="359"/>
            <ac:spMk id="48" creationId="{ECD58B88-B7DC-419E-A6D2-B4B22585951D}"/>
          </ac:spMkLst>
        </pc:spChg>
        <pc:spChg chg="add mod">
          <ac:chgData name="Rodrigo Araujo" userId="752af794b4f85fcd" providerId="LiveId" clId="{6D24FAE8-C4A8-49C4-A4B7-74B898226365}" dt="2025-08-02T20:04:17.913" v="709" actId="571"/>
          <ac:spMkLst>
            <pc:docMk/>
            <pc:sldMk cId="695079926" sldId="359"/>
            <ac:spMk id="49" creationId="{3E8E7F51-0DC8-429E-A1CE-E4DA5BD437BF}"/>
          </ac:spMkLst>
        </pc:spChg>
        <pc:spChg chg="add mod">
          <ac:chgData name="Rodrigo Araujo" userId="752af794b4f85fcd" providerId="LiveId" clId="{6D24FAE8-C4A8-49C4-A4B7-74B898226365}" dt="2025-08-02T20:04:17.913" v="709" actId="571"/>
          <ac:spMkLst>
            <pc:docMk/>
            <pc:sldMk cId="695079926" sldId="359"/>
            <ac:spMk id="50" creationId="{7E3272CF-70FF-43C0-8138-BB6C4224A4DA}"/>
          </ac:spMkLst>
        </pc:spChg>
        <pc:spChg chg="add mod">
          <ac:chgData name="Rodrigo Araujo" userId="752af794b4f85fcd" providerId="LiveId" clId="{6D24FAE8-C4A8-49C4-A4B7-74B898226365}" dt="2025-08-02T20:04:17.913" v="709" actId="571"/>
          <ac:spMkLst>
            <pc:docMk/>
            <pc:sldMk cId="695079926" sldId="359"/>
            <ac:spMk id="51" creationId="{B8D938CE-E5DA-4FDB-BACD-62CC3D88E5CF}"/>
          </ac:spMkLst>
        </pc:spChg>
        <pc:spChg chg="add mod">
          <ac:chgData name="Rodrigo Araujo" userId="752af794b4f85fcd" providerId="LiveId" clId="{6D24FAE8-C4A8-49C4-A4B7-74B898226365}" dt="2025-08-02T20:04:17.913" v="709" actId="571"/>
          <ac:spMkLst>
            <pc:docMk/>
            <pc:sldMk cId="695079926" sldId="359"/>
            <ac:spMk id="52" creationId="{1DAE396B-4BF9-403A-8AE4-8F480FF7065B}"/>
          </ac:spMkLst>
        </pc:spChg>
        <pc:spChg chg="add mod">
          <ac:chgData name="Rodrigo Araujo" userId="752af794b4f85fcd" providerId="LiveId" clId="{6D24FAE8-C4A8-49C4-A4B7-74B898226365}" dt="2025-08-02T20:04:22.799" v="713" actId="571"/>
          <ac:spMkLst>
            <pc:docMk/>
            <pc:sldMk cId="695079926" sldId="359"/>
            <ac:spMk id="53" creationId="{E45369C8-F87C-4EC6-972F-D6BF8D8A03D9}"/>
          </ac:spMkLst>
        </pc:spChg>
        <pc:spChg chg="add mod">
          <ac:chgData name="Rodrigo Araujo" userId="752af794b4f85fcd" providerId="LiveId" clId="{6D24FAE8-C4A8-49C4-A4B7-74B898226365}" dt="2025-08-02T20:04:22.799" v="713" actId="571"/>
          <ac:spMkLst>
            <pc:docMk/>
            <pc:sldMk cId="695079926" sldId="359"/>
            <ac:spMk id="54" creationId="{B0B79170-3C88-4F5A-B05A-7364979DBCC9}"/>
          </ac:spMkLst>
        </pc:spChg>
        <pc:spChg chg="add mod">
          <ac:chgData name="Rodrigo Araujo" userId="752af794b4f85fcd" providerId="LiveId" clId="{6D24FAE8-C4A8-49C4-A4B7-74B898226365}" dt="2025-08-02T20:04:22.799" v="713" actId="571"/>
          <ac:spMkLst>
            <pc:docMk/>
            <pc:sldMk cId="695079926" sldId="359"/>
            <ac:spMk id="55" creationId="{41D6B768-7485-41E6-895E-AB5D7875C814}"/>
          </ac:spMkLst>
        </pc:spChg>
        <pc:spChg chg="add mod">
          <ac:chgData name="Rodrigo Araujo" userId="752af794b4f85fcd" providerId="LiveId" clId="{6D24FAE8-C4A8-49C4-A4B7-74B898226365}" dt="2025-08-02T20:04:22.799" v="713" actId="571"/>
          <ac:spMkLst>
            <pc:docMk/>
            <pc:sldMk cId="695079926" sldId="359"/>
            <ac:spMk id="56" creationId="{3FB16594-E415-46EC-99A7-2681310D2DA9}"/>
          </ac:spMkLst>
        </pc:spChg>
        <pc:spChg chg="add mod">
          <ac:chgData name="Rodrigo Araujo" userId="752af794b4f85fcd" providerId="LiveId" clId="{6D24FAE8-C4A8-49C4-A4B7-74B898226365}" dt="2025-08-02T20:04:22.799" v="713" actId="571"/>
          <ac:spMkLst>
            <pc:docMk/>
            <pc:sldMk cId="695079926" sldId="359"/>
            <ac:spMk id="57" creationId="{832EEB91-CB90-4B4E-BC27-6AC4F4A94603}"/>
          </ac:spMkLst>
        </pc:spChg>
        <pc:spChg chg="add mod">
          <ac:chgData name="Rodrigo Araujo" userId="752af794b4f85fcd" providerId="LiveId" clId="{6D24FAE8-C4A8-49C4-A4B7-74B898226365}" dt="2025-08-02T20:04:22.799" v="713" actId="571"/>
          <ac:spMkLst>
            <pc:docMk/>
            <pc:sldMk cId="695079926" sldId="359"/>
            <ac:spMk id="58" creationId="{D75CAF16-FEE8-4847-B92F-E2964730B631}"/>
          </ac:spMkLst>
        </pc:spChg>
        <pc:spChg chg="add mod">
          <ac:chgData name="Rodrigo Araujo" userId="752af794b4f85fcd" providerId="LiveId" clId="{6D24FAE8-C4A8-49C4-A4B7-74B898226365}" dt="2025-08-02T20:04:22.799" v="713" actId="571"/>
          <ac:spMkLst>
            <pc:docMk/>
            <pc:sldMk cId="695079926" sldId="359"/>
            <ac:spMk id="59" creationId="{75E7CF24-0118-4381-8033-C62A8FF16295}"/>
          </ac:spMkLst>
        </pc:spChg>
        <pc:spChg chg="add mod">
          <ac:chgData name="Rodrigo Araujo" userId="752af794b4f85fcd" providerId="LiveId" clId="{6D24FAE8-C4A8-49C4-A4B7-74B898226365}" dt="2025-08-02T20:04:22.799" v="713" actId="571"/>
          <ac:spMkLst>
            <pc:docMk/>
            <pc:sldMk cId="695079926" sldId="359"/>
            <ac:spMk id="60" creationId="{80DA6BEB-86F6-4584-86AD-8BDE806E374A}"/>
          </ac:spMkLst>
        </pc:spChg>
        <pc:spChg chg="add mod">
          <ac:chgData name="Rodrigo Araujo" userId="752af794b4f85fcd" providerId="LiveId" clId="{6D24FAE8-C4A8-49C4-A4B7-74B898226365}" dt="2025-08-02T20:04:22.799" v="713" actId="571"/>
          <ac:spMkLst>
            <pc:docMk/>
            <pc:sldMk cId="695079926" sldId="359"/>
            <ac:spMk id="61" creationId="{6107DB3D-E617-46FA-B28D-0AB0313C58A4}"/>
          </ac:spMkLst>
        </pc:spChg>
        <pc:spChg chg="add mod">
          <ac:chgData name="Rodrigo Araujo" userId="752af794b4f85fcd" providerId="LiveId" clId="{6D24FAE8-C4A8-49C4-A4B7-74B898226365}" dt="2025-08-02T20:04:22.799" v="713" actId="571"/>
          <ac:spMkLst>
            <pc:docMk/>
            <pc:sldMk cId="695079926" sldId="359"/>
            <ac:spMk id="62" creationId="{BDE92BA1-9AE8-4D0B-9F6D-16240F394AD7}"/>
          </ac:spMkLst>
        </pc:spChg>
        <pc:spChg chg="add mod">
          <ac:chgData name="Rodrigo Araujo" userId="752af794b4f85fcd" providerId="LiveId" clId="{6D24FAE8-C4A8-49C4-A4B7-74B898226365}" dt="2025-08-02T20:04:22.799" v="713" actId="571"/>
          <ac:spMkLst>
            <pc:docMk/>
            <pc:sldMk cId="695079926" sldId="359"/>
            <ac:spMk id="63" creationId="{DFB871C9-2EC3-4554-B050-CE1F05C5633F}"/>
          </ac:spMkLst>
        </pc:spChg>
        <pc:spChg chg="add mod">
          <ac:chgData name="Rodrigo Araujo" userId="752af794b4f85fcd" providerId="LiveId" clId="{6D24FAE8-C4A8-49C4-A4B7-74B898226365}" dt="2025-08-02T20:04:22.799" v="713" actId="571"/>
          <ac:spMkLst>
            <pc:docMk/>
            <pc:sldMk cId="695079926" sldId="359"/>
            <ac:spMk id="64" creationId="{B80D97F4-105E-496F-B46C-4E6D79B90852}"/>
          </ac:spMkLst>
        </pc:spChg>
        <pc:spChg chg="add del mod">
          <ac:chgData name="Rodrigo Araujo" userId="752af794b4f85fcd" providerId="LiveId" clId="{6D24FAE8-C4A8-49C4-A4B7-74B898226365}" dt="2025-08-02T20:05:46.155" v="732" actId="478"/>
          <ac:spMkLst>
            <pc:docMk/>
            <pc:sldMk cId="695079926" sldId="359"/>
            <ac:spMk id="65" creationId="{6D685AE2-A351-44C8-B598-21AD2642FED7}"/>
          </ac:spMkLst>
        </pc:spChg>
        <pc:spChg chg="add mod">
          <ac:chgData name="Rodrigo Araujo" userId="752af794b4f85fcd" providerId="LiveId" clId="{6D24FAE8-C4A8-49C4-A4B7-74B898226365}" dt="2025-08-02T20:11:09.492" v="788" actId="1076"/>
          <ac:spMkLst>
            <pc:docMk/>
            <pc:sldMk cId="695079926" sldId="359"/>
            <ac:spMk id="66" creationId="{F22BB16F-4E9E-492D-A76B-B1D9007254DE}"/>
          </ac:spMkLst>
        </pc:spChg>
        <pc:spChg chg="add mod">
          <ac:chgData name="Rodrigo Araujo" userId="752af794b4f85fcd" providerId="LiveId" clId="{6D24FAE8-C4A8-49C4-A4B7-74B898226365}" dt="2025-08-02T20:11:09.492" v="788" actId="1076"/>
          <ac:spMkLst>
            <pc:docMk/>
            <pc:sldMk cId="695079926" sldId="359"/>
            <ac:spMk id="67" creationId="{67CC8B5F-27E7-431F-8486-48E716F51EE4}"/>
          </ac:spMkLst>
        </pc:spChg>
        <pc:spChg chg="add mod">
          <ac:chgData name="Rodrigo Araujo" userId="752af794b4f85fcd" providerId="LiveId" clId="{6D24FAE8-C4A8-49C4-A4B7-74B898226365}" dt="2025-08-02T20:11:09.492" v="788" actId="1076"/>
          <ac:spMkLst>
            <pc:docMk/>
            <pc:sldMk cId="695079926" sldId="359"/>
            <ac:spMk id="68" creationId="{062EB149-F757-4406-8CA5-BE8179EA76F0}"/>
          </ac:spMkLst>
        </pc:spChg>
        <pc:spChg chg="add mod">
          <ac:chgData name="Rodrigo Araujo" userId="752af794b4f85fcd" providerId="LiveId" clId="{6D24FAE8-C4A8-49C4-A4B7-74B898226365}" dt="2025-08-02T20:11:09.492" v="788" actId="1076"/>
          <ac:spMkLst>
            <pc:docMk/>
            <pc:sldMk cId="695079926" sldId="359"/>
            <ac:spMk id="69" creationId="{636CD79B-8144-4C36-8E1A-C0CB59B3E078}"/>
          </ac:spMkLst>
        </pc:spChg>
        <pc:spChg chg="add mod">
          <ac:chgData name="Rodrigo Araujo" userId="752af794b4f85fcd" providerId="LiveId" clId="{6D24FAE8-C4A8-49C4-A4B7-74B898226365}" dt="2025-08-02T20:11:09.492" v="788" actId="1076"/>
          <ac:spMkLst>
            <pc:docMk/>
            <pc:sldMk cId="695079926" sldId="359"/>
            <ac:spMk id="70" creationId="{C5EEEEE1-1D02-4BC0-A3DF-DF93E26D6371}"/>
          </ac:spMkLst>
        </pc:spChg>
        <pc:spChg chg="add mod">
          <ac:chgData name="Rodrigo Araujo" userId="752af794b4f85fcd" providerId="LiveId" clId="{6D24FAE8-C4A8-49C4-A4B7-74B898226365}" dt="2025-08-02T20:13:10.843" v="828" actId="20577"/>
          <ac:spMkLst>
            <pc:docMk/>
            <pc:sldMk cId="695079926" sldId="359"/>
            <ac:spMk id="71" creationId="{D4C80BB3-F88F-4B54-8D40-CE6F28B93773}"/>
          </ac:spMkLst>
        </pc:spChg>
        <pc:spChg chg="add mod">
          <ac:chgData name="Rodrigo Araujo" userId="752af794b4f85fcd" providerId="LiveId" clId="{6D24FAE8-C4A8-49C4-A4B7-74B898226365}" dt="2025-08-02T20:11:09.492" v="788" actId="1076"/>
          <ac:spMkLst>
            <pc:docMk/>
            <pc:sldMk cId="695079926" sldId="359"/>
            <ac:spMk id="72" creationId="{3296FDE0-ABB1-4E76-A6C0-4FD64A804322}"/>
          </ac:spMkLst>
        </pc:spChg>
        <pc:spChg chg="add mod">
          <ac:chgData name="Rodrigo Araujo" userId="752af794b4f85fcd" providerId="LiveId" clId="{6D24FAE8-C4A8-49C4-A4B7-74B898226365}" dt="2025-08-02T20:11:09.492" v="788" actId="1076"/>
          <ac:spMkLst>
            <pc:docMk/>
            <pc:sldMk cId="695079926" sldId="359"/>
            <ac:spMk id="73" creationId="{00EB6D7E-CB28-44C0-8134-11052A04EDA4}"/>
          </ac:spMkLst>
        </pc:spChg>
        <pc:picChg chg="del">
          <ac:chgData name="Rodrigo Araujo" userId="752af794b4f85fcd" providerId="LiveId" clId="{6D24FAE8-C4A8-49C4-A4B7-74B898226365}" dt="2025-08-02T19:59:43.369" v="671" actId="478"/>
          <ac:picMkLst>
            <pc:docMk/>
            <pc:sldMk cId="695079926" sldId="359"/>
            <ac:picMk id="5" creationId="{422BFB86-F862-ACCB-BB10-DC1620A4C36F}"/>
          </ac:picMkLst>
        </pc:picChg>
        <pc:picChg chg="add mod">
          <ac:chgData name="Rodrigo Araujo" userId="752af794b4f85fcd" providerId="LiveId" clId="{6D24FAE8-C4A8-49C4-A4B7-74B898226365}" dt="2025-08-02T20:11:01.670" v="787"/>
          <ac:picMkLst>
            <pc:docMk/>
            <pc:sldMk cId="695079926" sldId="359"/>
            <ac:picMk id="74" creationId="{0AAD505C-19D1-47F5-AB89-9DD9DF7E7E17}"/>
          </ac:picMkLst>
        </pc:picChg>
        <pc:cxnChg chg="mod">
          <ac:chgData name="Rodrigo Araujo" userId="752af794b4f85fcd" providerId="LiveId" clId="{6D24FAE8-C4A8-49C4-A4B7-74B898226365}" dt="2025-08-02T20:09:43.737" v="775" actId="208"/>
          <ac:cxnSpMkLst>
            <pc:docMk/>
            <pc:sldMk cId="695079926" sldId="359"/>
            <ac:cxnSpMk id="19" creationId="{9C4B2FE5-C159-4A4E-94D9-E463F1CA122C}"/>
          </ac:cxnSpMkLst>
        </pc:cxnChg>
        <pc:cxnChg chg="mod">
          <ac:chgData name="Rodrigo Araujo" userId="752af794b4f85fcd" providerId="LiveId" clId="{6D24FAE8-C4A8-49C4-A4B7-74B898226365}" dt="2025-08-02T20:09:43.737" v="775" actId="208"/>
          <ac:cxnSpMkLst>
            <pc:docMk/>
            <pc:sldMk cId="695079926" sldId="359"/>
            <ac:cxnSpMk id="22" creationId="{9BDD28D6-AAC3-4F08-B95A-185EB00367D0}"/>
          </ac:cxnSpMkLst>
        </pc:cxnChg>
        <pc:cxnChg chg="mod">
          <ac:chgData name="Rodrigo Araujo" userId="752af794b4f85fcd" providerId="LiveId" clId="{6D24FAE8-C4A8-49C4-A4B7-74B898226365}" dt="2025-08-02T20:09:43.737" v="775" actId="208"/>
          <ac:cxnSpMkLst>
            <pc:docMk/>
            <pc:sldMk cId="695079926" sldId="359"/>
            <ac:cxnSpMk id="23" creationId="{FA3752BB-EAF8-42DC-BA8B-8B36F3637399}"/>
          </ac:cxnSpMkLst>
        </pc:cxnChg>
      </pc:sldChg>
      <pc:sldChg chg="addSp delSp modSp add mod">
        <pc:chgData name="Rodrigo Araujo" userId="752af794b4f85fcd" providerId="LiveId" clId="{6D24FAE8-C4A8-49C4-A4B7-74B898226365}" dt="2025-08-02T21:31:51.846" v="1291"/>
        <pc:sldMkLst>
          <pc:docMk/>
          <pc:sldMk cId="2330351486" sldId="360"/>
        </pc:sldMkLst>
        <pc:spChg chg="del">
          <ac:chgData name="Rodrigo Araujo" userId="752af794b4f85fcd" providerId="LiveId" clId="{6D24FAE8-C4A8-49C4-A4B7-74B898226365}" dt="2025-08-02T21:07:22.201" v="1004" actId="478"/>
          <ac:spMkLst>
            <pc:docMk/>
            <pc:sldMk cId="2330351486" sldId="360"/>
            <ac:spMk id="3" creationId="{877CFF86-CA7C-9877-13C0-9DDED7702483}"/>
          </ac:spMkLst>
        </pc:spChg>
        <pc:spChg chg="del">
          <ac:chgData name="Rodrigo Araujo" userId="752af794b4f85fcd" providerId="LiveId" clId="{6D24FAE8-C4A8-49C4-A4B7-74B898226365}" dt="2025-08-02T21:07:22.201" v="1004" actId="478"/>
          <ac:spMkLst>
            <pc:docMk/>
            <pc:sldMk cId="2330351486" sldId="360"/>
            <ac:spMk id="4" creationId="{A807CE6B-CE9E-FEBC-9C56-43169BE92B08}"/>
          </ac:spMkLst>
        </pc:spChg>
        <pc:spChg chg="mod">
          <ac:chgData name="Rodrigo Araujo" userId="752af794b4f85fcd" providerId="LiveId" clId="{6D24FAE8-C4A8-49C4-A4B7-74B898226365}" dt="2025-08-02T21:12:27.135" v="1174" actId="20577"/>
          <ac:spMkLst>
            <pc:docMk/>
            <pc:sldMk cId="2330351486" sldId="360"/>
            <ac:spMk id="6" creationId="{D9310EA5-C8E6-478F-921A-E89880257DB5}"/>
          </ac:spMkLst>
        </pc:spChg>
        <pc:spChg chg="del">
          <ac:chgData name="Rodrigo Araujo" userId="752af794b4f85fcd" providerId="LiveId" clId="{6D24FAE8-C4A8-49C4-A4B7-74B898226365}" dt="2025-08-02T21:07:22.201" v="1004" actId="478"/>
          <ac:spMkLst>
            <pc:docMk/>
            <pc:sldMk cId="2330351486" sldId="360"/>
            <ac:spMk id="8" creationId="{B684A3E9-09F8-4201-AB78-6E4CC0B4299B}"/>
          </ac:spMkLst>
        </pc:spChg>
        <pc:spChg chg="del">
          <ac:chgData name="Rodrigo Araujo" userId="752af794b4f85fcd" providerId="LiveId" clId="{6D24FAE8-C4A8-49C4-A4B7-74B898226365}" dt="2025-08-02T21:07:22.201" v="1004" actId="478"/>
          <ac:spMkLst>
            <pc:docMk/>
            <pc:sldMk cId="2330351486" sldId="360"/>
            <ac:spMk id="10" creationId="{006981B3-7B5A-4F2A-B0A1-07F8300A05F0}"/>
          </ac:spMkLst>
        </pc:spChg>
        <pc:spChg chg="del">
          <ac:chgData name="Rodrigo Araujo" userId="752af794b4f85fcd" providerId="LiveId" clId="{6D24FAE8-C4A8-49C4-A4B7-74B898226365}" dt="2025-08-02T21:07:22.201" v="1004" actId="478"/>
          <ac:spMkLst>
            <pc:docMk/>
            <pc:sldMk cId="2330351486" sldId="360"/>
            <ac:spMk id="11" creationId="{F38DF1A4-FA75-469A-AD02-161CCA011B8B}"/>
          </ac:spMkLst>
        </pc:spChg>
        <pc:spChg chg="add mod">
          <ac:chgData name="Rodrigo Araujo" userId="752af794b4f85fcd" providerId="LiveId" clId="{6D24FAE8-C4A8-49C4-A4B7-74B898226365}" dt="2025-08-02T21:12:01.597" v="1172" actId="6549"/>
          <ac:spMkLst>
            <pc:docMk/>
            <pc:sldMk cId="2330351486" sldId="360"/>
            <ac:spMk id="17" creationId="{E66411D7-7FA3-4048-B439-EDDCA818F7C1}"/>
          </ac:spMkLst>
        </pc:spChg>
        <pc:spChg chg="mod">
          <ac:chgData name="Rodrigo Araujo" userId="752af794b4f85fcd" providerId="LiveId" clId="{6D24FAE8-C4A8-49C4-A4B7-74B898226365}" dt="2025-08-02T21:16:46.943" v="1179"/>
          <ac:spMkLst>
            <pc:docMk/>
            <pc:sldMk cId="2330351486" sldId="360"/>
            <ac:spMk id="19" creationId="{86AC9277-ED4F-47F7-96ED-1D8C7920FAE4}"/>
          </ac:spMkLst>
        </pc:spChg>
        <pc:spChg chg="del">
          <ac:chgData name="Rodrigo Araujo" userId="752af794b4f85fcd" providerId="LiveId" clId="{6D24FAE8-C4A8-49C4-A4B7-74B898226365}" dt="2025-08-02T21:07:22.201" v="1004" actId="478"/>
          <ac:spMkLst>
            <pc:docMk/>
            <pc:sldMk cId="2330351486" sldId="360"/>
            <ac:spMk id="21" creationId="{75BDCD1F-49A1-4AF4-9207-B3907EA46C7F}"/>
          </ac:spMkLst>
        </pc:spChg>
        <pc:picChg chg="add mod">
          <ac:chgData name="Rodrigo Araujo" userId="752af794b4f85fcd" providerId="LiveId" clId="{6D24FAE8-C4A8-49C4-A4B7-74B898226365}" dt="2025-08-02T21:31:51.846" v="1291"/>
          <ac:picMkLst>
            <pc:docMk/>
            <pc:sldMk cId="2330351486" sldId="360"/>
            <ac:picMk id="18" creationId="{8FAB6B37-965A-4CEE-AF98-B1197153015A}"/>
          </ac:picMkLst>
        </pc:picChg>
        <pc:picChg chg="del">
          <ac:chgData name="Rodrigo Araujo" userId="752af794b4f85fcd" providerId="LiveId" clId="{6D24FAE8-C4A8-49C4-A4B7-74B898226365}" dt="2025-08-02T21:07:07.747" v="1002" actId="478"/>
          <ac:picMkLst>
            <pc:docMk/>
            <pc:sldMk cId="2330351486" sldId="360"/>
            <ac:picMk id="1026" creationId="{616BED99-54F8-4249-9574-2016548C2944}"/>
          </ac:picMkLst>
        </pc:picChg>
      </pc:sldChg>
      <pc:sldChg chg="addSp delSp modSp add mod ord">
        <pc:chgData name="Rodrigo Araujo" userId="752af794b4f85fcd" providerId="LiveId" clId="{6D24FAE8-C4A8-49C4-A4B7-74B898226365}" dt="2025-08-03T22:18:19.897" v="1979" actId="20577"/>
        <pc:sldMkLst>
          <pc:docMk/>
          <pc:sldMk cId="4098407978" sldId="361"/>
        </pc:sldMkLst>
        <pc:spChg chg="add del mod">
          <ac:chgData name="Rodrigo Araujo" userId="752af794b4f85fcd" providerId="LiveId" clId="{6D24FAE8-C4A8-49C4-A4B7-74B898226365}" dt="2025-08-03T12:55:15.371" v="1321" actId="478"/>
          <ac:spMkLst>
            <pc:docMk/>
            <pc:sldMk cId="4098407978" sldId="361"/>
            <ac:spMk id="2" creationId="{CC95BF64-A6ED-4755-A10B-982B0C18FABA}"/>
          </ac:spMkLst>
        </pc:spChg>
        <pc:spChg chg="mod">
          <ac:chgData name="Rodrigo Araujo" userId="752af794b4f85fcd" providerId="LiveId" clId="{6D24FAE8-C4A8-49C4-A4B7-74B898226365}" dt="2025-08-02T21:23:28.505" v="1209" actId="20577"/>
          <ac:spMkLst>
            <pc:docMk/>
            <pc:sldMk cId="4098407978" sldId="361"/>
            <ac:spMk id="4" creationId="{A807CE6B-CE9E-FEBC-9C56-43169BE92B08}"/>
          </ac:spMkLst>
        </pc:spChg>
        <pc:spChg chg="mod">
          <ac:chgData name="Rodrigo Araujo" userId="752af794b4f85fcd" providerId="LiveId" clId="{6D24FAE8-C4A8-49C4-A4B7-74B898226365}" dt="2025-08-03T22:18:19.897" v="1979" actId="20577"/>
          <ac:spMkLst>
            <pc:docMk/>
            <pc:sldMk cId="4098407978" sldId="361"/>
            <ac:spMk id="6" creationId="{D9310EA5-C8E6-478F-921A-E89880257DB5}"/>
          </ac:spMkLst>
        </pc:spChg>
        <pc:spChg chg="mod">
          <ac:chgData name="Rodrigo Araujo" userId="752af794b4f85fcd" providerId="LiveId" clId="{6D24FAE8-C4A8-49C4-A4B7-74B898226365}" dt="2025-08-02T21:17:00.959" v="1183"/>
          <ac:spMkLst>
            <pc:docMk/>
            <pc:sldMk cId="4098407978" sldId="361"/>
            <ac:spMk id="19" creationId="{86AC9277-ED4F-47F7-96ED-1D8C7920FAE4}"/>
          </ac:spMkLst>
        </pc:spChg>
        <pc:picChg chg="add mod">
          <ac:chgData name="Rodrigo Araujo" userId="752af794b4f85fcd" providerId="LiveId" clId="{6D24FAE8-C4A8-49C4-A4B7-74B898226365}" dt="2025-08-02T21:31:57.544" v="1292"/>
          <ac:picMkLst>
            <pc:docMk/>
            <pc:sldMk cId="4098407978" sldId="361"/>
            <ac:picMk id="17" creationId="{EC067CCF-EA8C-4AA6-B0EE-95A4408DEFFE}"/>
          </ac:picMkLst>
        </pc:picChg>
      </pc:sldChg>
      <pc:sldChg chg="addSp delSp modSp add mod ord">
        <pc:chgData name="Rodrigo Araujo" userId="752af794b4f85fcd" providerId="LiveId" clId="{6D24FAE8-C4A8-49C4-A4B7-74B898226365}" dt="2025-08-03T14:01:27.829" v="1663" actId="20577"/>
        <pc:sldMkLst>
          <pc:docMk/>
          <pc:sldMk cId="3680625982" sldId="362"/>
        </pc:sldMkLst>
        <pc:spChg chg="add del">
          <ac:chgData name="Rodrigo Araujo" userId="752af794b4f85fcd" providerId="LiveId" clId="{6D24FAE8-C4A8-49C4-A4B7-74B898226365}" dt="2025-08-03T14:00:00.184" v="1617" actId="478"/>
          <ac:spMkLst>
            <pc:docMk/>
            <pc:sldMk cId="3680625982" sldId="362"/>
            <ac:spMk id="6" creationId="{D9310EA5-C8E6-478F-921A-E89880257DB5}"/>
          </ac:spMkLst>
        </pc:spChg>
        <pc:spChg chg="mod">
          <ac:chgData name="Rodrigo Araujo" userId="752af794b4f85fcd" providerId="LiveId" clId="{6D24FAE8-C4A8-49C4-A4B7-74B898226365}" dt="2025-08-03T14:01:27.829" v="1663" actId="20577"/>
          <ac:spMkLst>
            <pc:docMk/>
            <pc:sldMk cId="3680625982" sldId="362"/>
            <ac:spMk id="17" creationId="{E66411D7-7FA3-4048-B439-EDDCA818F7C1}"/>
          </ac:spMkLst>
        </pc:spChg>
        <pc:spChg chg="mod">
          <ac:chgData name="Rodrigo Araujo" userId="752af794b4f85fcd" providerId="LiveId" clId="{6D24FAE8-C4A8-49C4-A4B7-74B898226365}" dt="2025-08-02T21:31:09.084" v="1288"/>
          <ac:spMkLst>
            <pc:docMk/>
            <pc:sldMk cId="3680625982" sldId="362"/>
            <ac:spMk id="19" creationId="{86AC9277-ED4F-47F7-96ED-1D8C7920FAE4}"/>
          </ac:spMkLst>
        </pc:spChg>
        <pc:picChg chg="add mod">
          <ac:chgData name="Rodrigo Araujo" userId="752af794b4f85fcd" providerId="LiveId" clId="{6D24FAE8-C4A8-49C4-A4B7-74B898226365}" dt="2025-08-02T21:31:59.859" v="1293"/>
          <ac:picMkLst>
            <pc:docMk/>
            <pc:sldMk cId="3680625982" sldId="362"/>
            <ac:picMk id="8" creationId="{2EDD53D3-16A7-42B8-9EF6-F510BD940A9C}"/>
          </ac:picMkLst>
        </pc:picChg>
      </pc:sldChg>
      <pc:sldChg chg="addSp modSp add del mod">
        <pc:chgData name="Rodrigo Araujo" userId="752af794b4f85fcd" providerId="LiveId" clId="{6D24FAE8-C4A8-49C4-A4B7-74B898226365}" dt="2025-08-03T12:54:28.795" v="1319" actId="2696"/>
        <pc:sldMkLst>
          <pc:docMk/>
          <pc:sldMk cId="2440680781" sldId="363"/>
        </pc:sldMkLst>
        <pc:spChg chg="mod ord">
          <ac:chgData name="Rodrigo Araujo" userId="752af794b4f85fcd" providerId="LiveId" clId="{6D24FAE8-C4A8-49C4-A4B7-74B898226365}" dt="2025-08-03T12:51:16.621" v="1315" actId="14100"/>
          <ac:spMkLst>
            <pc:docMk/>
            <pc:sldMk cId="2440680781" sldId="363"/>
            <ac:spMk id="4" creationId="{00000000-0000-0000-0000-000000000000}"/>
          </ac:spMkLst>
        </pc:spChg>
        <pc:spChg chg="mod">
          <ac:chgData name="Rodrigo Araujo" userId="752af794b4f85fcd" providerId="LiveId" clId="{6D24FAE8-C4A8-49C4-A4B7-74B898226365}" dt="2025-08-03T12:54:01.323" v="1317" actId="2085"/>
          <ac:spMkLst>
            <pc:docMk/>
            <pc:sldMk cId="2440680781" sldId="363"/>
            <ac:spMk id="5" creationId="{8D89A85E-4851-4DD7-B599-049471ED0F75}"/>
          </ac:spMkLst>
        </pc:spChg>
        <pc:spChg chg="add mod ord">
          <ac:chgData name="Rodrigo Araujo" userId="752af794b4f85fcd" providerId="LiveId" clId="{6D24FAE8-C4A8-49C4-A4B7-74B898226365}" dt="2025-08-03T12:51:26.796" v="1316" actId="14100"/>
          <ac:spMkLst>
            <pc:docMk/>
            <pc:sldMk cId="2440680781" sldId="363"/>
            <ac:spMk id="6" creationId="{12740BFE-3965-4D11-8F61-775B82A29AB8}"/>
          </ac:spMkLst>
        </pc:spChg>
      </pc:sldChg>
      <pc:sldChg chg="addSp delSp modSp add mod">
        <pc:chgData name="Rodrigo Araujo" userId="752af794b4f85fcd" providerId="LiveId" clId="{6D24FAE8-C4A8-49C4-A4B7-74B898226365}" dt="2025-08-03T22:16:13.326" v="1977" actId="20577"/>
        <pc:sldMkLst>
          <pc:docMk/>
          <pc:sldMk cId="3489683404" sldId="363"/>
        </pc:sldMkLst>
        <pc:spChg chg="del mod">
          <ac:chgData name="Rodrigo Araujo" userId="752af794b4f85fcd" providerId="LiveId" clId="{6D24FAE8-C4A8-49C4-A4B7-74B898226365}" dt="2025-08-03T13:13:57.002" v="1330" actId="478"/>
          <ac:spMkLst>
            <pc:docMk/>
            <pc:sldMk cId="3489683404" sldId="363"/>
            <ac:spMk id="4" creationId="{A807CE6B-CE9E-FEBC-9C56-43169BE92B08}"/>
          </ac:spMkLst>
        </pc:spChg>
        <pc:spChg chg="mod">
          <ac:chgData name="Rodrigo Araujo" userId="752af794b4f85fcd" providerId="LiveId" clId="{6D24FAE8-C4A8-49C4-A4B7-74B898226365}" dt="2025-08-03T22:16:13.326" v="1977" actId="20577"/>
          <ac:spMkLst>
            <pc:docMk/>
            <pc:sldMk cId="3489683404" sldId="363"/>
            <ac:spMk id="6" creationId="{D9310EA5-C8E6-478F-921A-E89880257DB5}"/>
          </ac:spMkLst>
        </pc:spChg>
        <pc:spChg chg="del">
          <ac:chgData name="Rodrigo Araujo" userId="752af794b4f85fcd" providerId="LiveId" clId="{6D24FAE8-C4A8-49C4-A4B7-74B898226365}" dt="2025-08-03T13:14:00.742" v="1333" actId="478"/>
          <ac:spMkLst>
            <pc:docMk/>
            <pc:sldMk cId="3489683404" sldId="363"/>
            <ac:spMk id="8" creationId="{B684A3E9-09F8-4201-AB78-6E4CC0B4299B}"/>
          </ac:spMkLst>
        </pc:spChg>
        <pc:spChg chg="del">
          <ac:chgData name="Rodrigo Araujo" userId="752af794b4f85fcd" providerId="LiveId" clId="{6D24FAE8-C4A8-49C4-A4B7-74B898226365}" dt="2025-08-03T13:13:59.730" v="1332" actId="478"/>
          <ac:spMkLst>
            <pc:docMk/>
            <pc:sldMk cId="3489683404" sldId="363"/>
            <ac:spMk id="10" creationId="{006981B3-7B5A-4F2A-B0A1-07F8300A05F0}"/>
          </ac:spMkLst>
        </pc:spChg>
        <pc:spChg chg="del mod">
          <ac:chgData name="Rodrigo Araujo" userId="752af794b4f85fcd" providerId="LiveId" clId="{6D24FAE8-C4A8-49C4-A4B7-74B898226365}" dt="2025-08-03T13:22:24.715" v="1403" actId="478"/>
          <ac:spMkLst>
            <pc:docMk/>
            <pc:sldMk cId="3489683404" sldId="363"/>
            <ac:spMk id="11" creationId="{F38DF1A4-FA75-469A-AD02-161CCA011B8B}"/>
          </ac:spMkLst>
        </pc:spChg>
        <pc:spChg chg="add del mod">
          <ac:chgData name="Rodrigo Araujo" userId="752af794b4f85fcd" providerId="LiveId" clId="{6D24FAE8-C4A8-49C4-A4B7-74B898226365}" dt="2025-08-03T13:21:44.910" v="1397" actId="478"/>
          <ac:spMkLst>
            <pc:docMk/>
            <pc:sldMk cId="3489683404" sldId="363"/>
            <ac:spMk id="17" creationId="{A673453D-2FC8-4E85-A641-DD8482626C82}"/>
          </ac:spMkLst>
        </pc:spChg>
        <pc:spChg chg="del mod">
          <ac:chgData name="Rodrigo Araujo" userId="752af794b4f85fcd" providerId="LiveId" clId="{6D24FAE8-C4A8-49C4-A4B7-74B898226365}" dt="2025-08-03T13:14:43.339" v="1340" actId="478"/>
          <ac:spMkLst>
            <pc:docMk/>
            <pc:sldMk cId="3489683404" sldId="363"/>
            <ac:spMk id="21" creationId="{75BDCD1F-49A1-4AF4-9207-B3907EA46C7F}"/>
          </ac:spMkLst>
        </pc:spChg>
        <pc:picChg chg="del">
          <ac:chgData name="Rodrigo Araujo" userId="752af794b4f85fcd" providerId="LiveId" clId="{6D24FAE8-C4A8-49C4-A4B7-74B898226365}" dt="2025-08-03T13:14:29.444" v="1336" actId="478"/>
          <ac:picMkLst>
            <pc:docMk/>
            <pc:sldMk cId="3489683404" sldId="363"/>
            <ac:picMk id="1026" creationId="{616BED99-54F8-4249-9574-2016548C2944}"/>
          </ac:picMkLst>
        </pc:picChg>
      </pc:sldChg>
      <pc:sldChg chg="add del">
        <pc:chgData name="Rodrigo Araujo" userId="752af794b4f85fcd" providerId="LiveId" clId="{6D24FAE8-C4A8-49C4-A4B7-74B898226365}" dt="2025-08-03T13:48:51.375" v="1516" actId="47"/>
        <pc:sldMkLst>
          <pc:docMk/>
          <pc:sldMk cId="1126442756" sldId="364"/>
        </pc:sldMkLst>
      </pc:sldChg>
      <pc:sldChg chg="modSp add mod">
        <pc:chgData name="Rodrigo Araujo" userId="752af794b4f85fcd" providerId="LiveId" clId="{6D24FAE8-C4A8-49C4-A4B7-74B898226365}" dt="2025-08-03T13:23:53.279" v="1429" actId="1035"/>
        <pc:sldMkLst>
          <pc:docMk/>
          <pc:sldMk cId="4015110843" sldId="365"/>
        </pc:sldMkLst>
        <pc:spChg chg="mod">
          <ac:chgData name="Rodrigo Araujo" userId="752af794b4f85fcd" providerId="LiveId" clId="{6D24FAE8-C4A8-49C4-A4B7-74B898226365}" dt="2025-08-03T13:23:53.279" v="1429" actId="1035"/>
          <ac:spMkLst>
            <pc:docMk/>
            <pc:sldMk cId="4015110843" sldId="365"/>
            <ac:spMk id="6" creationId="{D9310EA5-C8E6-478F-921A-E89880257DB5}"/>
          </ac:spMkLst>
        </pc:spChg>
      </pc:sldChg>
      <pc:sldChg chg="addSp delSp modSp add mod ord">
        <pc:chgData name="Rodrigo Araujo" userId="752af794b4f85fcd" providerId="LiveId" clId="{6D24FAE8-C4A8-49C4-A4B7-74B898226365}" dt="2025-08-03T13:49:49.218" v="1528" actId="207"/>
        <pc:sldMkLst>
          <pc:docMk/>
          <pc:sldMk cId="233053964" sldId="366"/>
        </pc:sldMkLst>
        <pc:spChg chg="del">
          <ac:chgData name="Rodrigo Araujo" userId="752af794b4f85fcd" providerId="LiveId" clId="{6D24FAE8-C4A8-49C4-A4B7-74B898226365}" dt="2025-08-03T13:43:17.011" v="1486" actId="478"/>
          <ac:spMkLst>
            <pc:docMk/>
            <pc:sldMk cId="233053964" sldId="366"/>
            <ac:spMk id="6" creationId="{D9310EA5-C8E6-478F-921A-E89880257DB5}"/>
          </ac:spMkLst>
        </pc:spChg>
        <pc:spChg chg="add mod">
          <ac:chgData name="Rodrigo Araujo" userId="752af794b4f85fcd" providerId="LiveId" clId="{6D24FAE8-C4A8-49C4-A4B7-74B898226365}" dt="2025-08-03T13:44:01.342" v="1493"/>
          <ac:spMkLst>
            <pc:docMk/>
            <pc:sldMk cId="233053964" sldId="366"/>
            <ac:spMk id="9" creationId="{757ADD3D-C3C9-47F4-AD2F-A6DA6FC993E3}"/>
          </ac:spMkLst>
        </pc:spChg>
        <pc:spChg chg="mod">
          <ac:chgData name="Rodrigo Araujo" userId="752af794b4f85fcd" providerId="LiveId" clId="{6D24FAE8-C4A8-49C4-A4B7-74B898226365}" dt="2025-08-03T13:49:49.218" v="1528" actId="207"/>
          <ac:spMkLst>
            <pc:docMk/>
            <pc:sldMk cId="233053964" sldId="366"/>
            <ac:spMk id="17" creationId="{E66411D7-7FA3-4048-B439-EDDCA818F7C1}"/>
          </ac:spMkLst>
        </pc:spChg>
        <pc:spChg chg="del">
          <ac:chgData name="Rodrigo Araujo" userId="752af794b4f85fcd" providerId="LiveId" clId="{6D24FAE8-C4A8-49C4-A4B7-74B898226365}" dt="2025-08-03T13:43:52.049" v="1492" actId="478"/>
          <ac:spMkLst>
            <pc:docMk/>
            <pc:sldMk cId="233053964" sldId="366"/>
            <ac:spMk id="19" creationId="{86AC9277-ED4F-47F7-96ED-1D8C7920FAE4}"/>
          </ac:spMkLst>
        </pc:spChg>
      </pc:sldChg>
      <pc:sldChg chg="addSp delSp modSp add mod ord">
        <pc:chgData name="Rodrigo Araujo" userId="752af794b4f85fcd" providerId="LiveId" clId="{6D24FAE8-C4A8-49C4-A4B7-74B898226365}" dt="2025-08-04T01:12:04.603" v="2245" actId="20577"/>
        <pc:sldMkLst>
          <pc:docMk/>
          <pc:sldMk cId="1680439268" sldId="367"/>
        </pc:sldMkLst>
        <pc:spChg chg="mod">
          <ac:chgData name="Rodrigo Araujo" userId="752af794b4f85fcd" providerId="LiveId" clId="{6D24FAE8-C4A8-49C4-A4B7-74B898226365}" dt="2025-08-04T01:12:04.603" v="2245" actId="20577"/>
          <ac:spMkLst>
            <pc:docMk/>
            <pc:sldMk cId="1680439268" sldId="367"/>
            <ac:spMk id="6" creationId="{D9310EA5-C8E6-478F-921A-E89880257DB5}"/>
          </ac:spMkLst>
        </pc:spChg>
        <pc:spChg chg="add mod">
          <ac:chgData name="Rodrigo Araujo" userId="752af794b4f85fcd" providerId="LiveId" clId="{6D24FAE8-C4A8-49C4-A4B7-74B898226365}" dt="2025-08-03T13:58:21.454" v="1602"/>
          <ac:spMkLst>
            <pc:docMk/>
            <pc:sldMk cId="1680439268" sldId="367"/>
            <ac:spMk id="9" creationId="{F350A9CF-4459-4EFF-80DA-FD47A73DD117}"/>
          </ac:spMkLst>
        </pc:spChg>
        <pc:spChg chg="del">
          <ac:chgData name="Rodrigo Araujo" userId="752af794b4f85fcd" providerId="LiveId" clId="{6D24FAE8-C4A8-49C4-A4B7-74B898226365}" dt="2025-08-03T13:58:20.413" v="1601" actId="478"/>
          <ac:spMkLst>
            <pc:docMk/>
            <pc:sldMk cId="1680439268" sldId="367"/>
            <ac:spMk id="19" creationId="{86AC9277-ED4F-47F7-96ED-1D8C7920FAE4}"/>
          </ac:spMkLst>
        </pc:spChg>
      </pc:sldChg>
      <pc:sldChg chg="addSp delSp modSp add mod ord">
        <pc:chgData name="Rodrigo Araujo" userId="752af794b4f85fcd" providerId="LiveId" clId="{6D24FAE8-C4A8-49C4-A4B7-74B898226365}" dt="2025-08-03T13:58:26.843" v="1604"/>
        <pc:sldMkLst>
          <pc:docMk/>
          <pc:sldMk cId="1917255779" sldId="368"/>
        </pc:sldMkLst>
        <pc:spChg chg="mod">
          <ac:chgData name="Rodrigo Araujo" userId="752af794b4f85fcd" providerId="LiveId" clId="{6D24FAE8-C4A8-49C4-A4B7-74B898226365}" dt="2025-08-03T13:57:44.194" v="1600" actId="20577"/>
          <ac:spMkLst>
            <pc:docMk/>
            <pc:sldMk cId="1917255779" sldId="368"/>
            <ac:spMk id="6" creationId="{D9310EA5-C8E6-478F-921A-E89880257DB5}"/>
          </ac:spMkLst>
        </pc:spChg>
        <pc:spChg chg="add mod">
          <ac:chgData name="Rodrigo Araujo" userId="752af794b4f85fcd" providerId="LiveId" clId="{6D24FAE8-C4A8-49C4-A4B7-74B898226365}" dt="2025-08-03T13:58:26.843" v="1604"/>
          <ac:spMkLst>
            <pc:docMk/>
            <pc:sldMk cId="1917255779" sldId="368"/>
            <ac:spMk id="9" creationId="{2D0E55DB-A9D8-47E3-ADDA-9C25FB3B6D84}"/>
          </ac:spMkLst>
        </pc:spChg>
        <pc:spChg chg="del">
          <ac:chgData name="Rodrigo Araujo" userId="752af794b4f85fcd" providerId="LiveId" clId="{6D24FAE8-C4A8-49C4-A4B7-74B898226365}" dt="2025-08-03T13:58:25.704" v="1603" actId="478"/>
          <ac:spMkLst>
            <pc:docMk/>
            <pc:sldMk cId="1917255779" sldId="368"/>
            <ac:spMk id="19" creationId="{86AC9277-ED4F-47F7-96ED-1D8C7920FAE4}"/>
          </ac:spMkLst>
        </pc:spChg>
      </pc:sldChg>
      <pc:sldChg chg="add">
        <pc:chgData name="Rodrigo Araujo" userId="752af794b4f85fcd" providerId="LiveId" clId="{6D24FAE8-C4A8-49C4-A4B7-74B898226365}" dt="2025-08-03T13:58:44.133" v="1605" actId="2890"/>
        <pc:sldMkLst>
          <pc:docMk/>
          <pc:sldMk cId="2028851609" sldId="369"/>
        </pc:sldMkLst>
      </pc:sldChg>
      <pc:sldChg chg="addSp delSp modSp add mod">
        <pc:chgData name="Rodrigo Araujo" userId="752af794b4f85fcd" providerId="LiveId" clId="{6D24FAE8-C4A8-49C4-A4B7-74B898226365}" dt="2025-08-03T22:24:11.993" v="2032" actId="20577"/>
        <pc:sldMkLst>
          <pc:docMk/>
          <pc:sldMk cId="266923298" sldId="370"/>
        </pc:sldMkLst>
        <pc:spChg chg="add del mod">
          <ac:chgData name="Rodrigo Araujo" userId="752af794b4f85fcd" providerId="LiveId" clId="{6D24FAE8-C4A8-49C4-A4B7-74B898226365}" dt="2025-08-03T14:30:41.279" v="1847" actId="478"/>
          <ac:spMkLst>
            <pc:docMk/>
            <pc:sldMk cId="266923298" sldId="370"/>
            <ac:spMk id="2" creationId="{2EEF08D7-4D91-4560-86A0-7A35783CF208}"/>
          </ac:spMkLst>
        </pc:spChg>
        <pc:spChg chg="mod">
          <ac:chgData name="Rodrigo Araujo" userId="752af794b4f85fcd" providerId="LiveId" clId="{6D24FAE8-C4A8-49C4-A4B7-74B898226365}" dt="2025-08-03T14:07:15.958" v="1727" actId="20577"/>
          <ac:spMkLst>
            <pc:docMk/>
            <pc:sldMk cId="266923298" sldId="370"/>
            <ac:spMk id="4" creationId="{A807CE6B-CE9E-FEBC-9C56-43169BE92B08}"/>
          </ac:spMkLst>
        </pc:spChg>
        <pc:spChg chg="mod">
          <ac:chgData name="Rodrigo Araujo" userId="752af794b4f85fcd" providerId="LiveId" clId="{6D24FAE8-C4A8-49C4-A4B7-74B898226365}" dt="2025-08-03T22:24:11.993" v="2032" actId="20577"/>
          <ac:spMkLst>
            <pc:docMk/>
            <pc:sldMk cId="266923298" sldId="370"/>
            <ac:spMk id="6" creationId="{D9310EA5-C8E6-478F-921A-E89880257DB5}"/>
          </ac:spMkLst>
        </pc:spChg>
        <pc:spChg chg="mod">
          <ac:chgData name="Rodrigo Araujo" userId="752af794b4f85fcd" providerId="LiveId" clId="{6D24FAE8-C4A8-49C4-A4B7-74B898226365}" dt="2025-08-03T14:07:53.500" v="1738" actId="1035"/>
          <ac:spMkLst>
            <pc:docMk/>
            <pc:sldMk cId="266923298" sldId="370"/>
            <ac:spMk id="11" creationId="{F38DF1A4-FA75-469A-AD02-161CCA011B8B}"/>
          </ac:spMkLst>
        </pc:spChg>
        <pc:spChg chg="mod">
          <ac:chgData name="Rodrigo Araujo" userId="752af794b4f85fcd" providerId="LiveId" clId="{6D24FAE8-C4A8-49C4-A4B7-74B898226365}" dt="2025-08-03T14:30:59.007" v="1863" actId="20577"/>
          <ac:spMkLst>
            <pc:docMk/>
            <pc:sldMk cId="266923298" sldId="370"/>
            <ac:spMk id="19" creationId="{86AC9277-ED4F-47F7-96ED-1D8C7920FAE4}"/>
          </ac:spMkLst>
        </pc:spChg>
        <pc:picChg chg="mod">
          <ac:chgData name="Rodrigo Araujo" userId="752af794b4f85fcd" providerId="LiveId" clId="{6D24FAE8-C4A8-49C4-A4B7-74B898226365}" dt="2025-08-03T14:07:31.747" v="1728" actId="1076"/>
          <ac:picMkLst>
            <pc:docMk/>
            <pc:sldMk cId="266923298" sldId="370"/>
            <ac:picMk id="1026" creationId="{616BED99-54F8-4249-9574-2016548C2944}"/>
          </ac:picMkLst>
        </pc:picChg>
      </pc:sldChg>
      <pc:sldChg chg="addSp delSp modSp add mod">
        <pc:chgData name="Rodrigo Araujo" userId="752af794b4f85fcd" providerId="LiveId" clId="{6D24FAE8-C4A8-49C4-A4B7-74B898226365}" dt="2025-08-04T01:12:49.183" v="2255" actId="20577"/>
        <pc:sldMkLst>
          <pc:docMk/>
          <pc:sldMk cId="3834938750" sldId="371"/>
        </pc:sldMkLst>
        <pc:spChg chg="mod">
          <ac:chgData name="Rodrigo Araujo" userId="752af794b4f85fcd" providerId="LiveId" clId="{6D24FAE8-C4A8-49C4-A4B7-74B898226365}" dt="2025-08-04T01:12:49.183" v="2255" actId="20577"/>
          <ac:spMkLst>
            <pc:docMk/>
            <pc:sldMk cId="3834938750" sldId="371"/>
            <ac:spMk id="6" creationId="{D9310EA5-C8E6-478F-921A-E89880257DB5}"/>
          </ac:spMkLst>
        </pc:spChg>
        <pc:spChg chg="del">
          <ac:chgData name="Rodrigo Araujo" userId="752af794b4f85fcd" providerId="LiveId" clId="{6D24FAE8-C4A8-49C4-A4B7-74B898226365}" dt="2025-08-03T14:31:07.070" v="1864" actId="478"/>
          <ac:spMkLst>
            <pc:docMk/>
            <pc:sldMk cId="3834938750" sldId="371"/>
            <ac:spMk id="9" creationId="{F350A9CF-4459-4EFF-80DA-FD47A73DD117}"/>
          </ac:spMkLst>
        </pc:spChg>
        <pc:spChg chg="add mod">
          <ac:chgData name="Rodrigo Araujo" userId="752af794b4f85fcd" providerId="LiveId" clId="{6D24FAE8-C4A8-49C4-A4B7-74B898226365}" dt="2025-08-03T14:31:07.842" v="1865"/>
          <ac:spMkLst>
            <pc:docMk/>
            <pc:sldMk cId="3834938750" sldId="371"/>
            <ac:spMk id="10" creationId="{AAB39888-B1A1-485A-A693-7C0C26181911}"/>
          </ac:spMkLst>
        </pc:spChg>
      </pc:sldChg>
      <pc:sldChg chg="addSp delSp modSp add mod">
        <pc:chgData name="Rodrigo Araujo" userId="752af794b4f85fcd" providerId="LiveId" clId="{6D24FAE8-C4A8-49C4-A4B7-74B898226365}" dt="2025-08-03T22:31:43.559" v="2069" actId="20577"/>
        <pc:sldMkLst>
          <pc:docMk/>
          <pc:sldMk cId="2840738611" sldId="372"/>
        </pc:sldMkLst>
        <pc:spChg chg="mod">
          <ac:chgData name="Rodrigo Araujo" userId="752af794b4f85fcd" providerId="LiveId" clId="{6D24FAE8-C4A8-49C4-A4B7-74B898226365}" dt="2025-08-03T22:31:43.559" v="2069" actId="20577"/>
          <ac:spMkLst>
            <pc:docMk/>
            <pc:sldMk cId="2840738611" sldId="372"/>
            <ac:spMk id="6" creationId="{D9310EA5-C8E6-478F-921A-E89880257DB5}"/>
          </ac:spMkLst>
        </pc:spChg>
        <pc:spChg chg="del">
          <ac:chgData name="Rodrigo Araujo" userId="752af794b4f85fcd" providerId="LiveId" clId="{6D24FAE8-C4A8-49C4-A4B7-74B898226365}" dt="2025-08-03T14:31:13.318" v="1866" actId="478"/>
          <ac:spMkLst>
            <pc:docMk/>
            <pc:sldMk cId="2840738611" sldId="372"/>
            <ac:spMk id="9" creationId="{2D0E55DB-A9D8-47E3-ADDA-9C25FB3B6D84}"/>
          </ac:spMkLst>
        </pc:spChg>
        <pc:spChg chg="add mod">
          <ac:chgData name="Rodrigo Araujo" userId="752af794b4f85fcd" providerId="LiveId" clId="{6D24FAE8-C4A8-49C4-A4B7-74B898226365}" dt="2025-08-03T14:31:14.068" v="1867"/>
          <ac:spMkLst>
            <pc:docMk/>
            <pc:sldMk cId="2840738611" sldId="372"/>
            <ac:spMk id="10" creationId="{B67B0AE7-B3E4-451A-8871-141B382F6039}"/>
          </ac:spMkLst>
        </pc:spChg>
      </pc:sldChg>
      <pc:sldChg chg="addSp delSp modSp add mod">
        <pc:chgData name="Rodrigo Araujo" userId="752af794b4f85fcd" providerId="LiveId" clId="{6D24FAE8-C4A8-49C4-A4B7-74B898226365}" dt="2025-08-03T14:31:20.209" v="1869"/>
        <pc:sldMkLst>
          <pc:docMk/>
          <pc:sldMk cId="726518957" sldId="373"/>
        </pc:sldMkLst>
        <pc:spChg chg="add mod">
          <ac:chgData name="Rodrigo Araujo" userId="752af794b4f85fcd" providerId="LiveId" clId="{6D24FAE8-C4A8-49C4-A4B7-74B898226365}" dt="2025-08-03T14:31:20.209" v="1869"/>
          <ac:spMkLst>
            <pc:docMk/>
            <pc:sldMk cId="726518957" sldId="373"/>
            <ac:spMk id="9" creationId="{FDA33611-98F0-4676-8CD0-0C6481783969}"/>
          </ac:spMkLst>
        </pc:spChg>
        <pc:spChg chg="mod">
          <ac:chgData name="Rodrigo Araujo" userId="752af794b4f85fcd" providerId="LiveId" clId="{6D24FAE8-C4A8-49C4-A4B7-74B898226365}" dt="2025-08-03T14:14:35.010" v="1844" actId="108"/>
          <ac:spMkLst>
            <pc:docMk/>
            <pc:sldMk cId="726518957" sldId="373"/>
            <ac:spMk id="17" creationId="{E66411D7-7FA3-4048-B439-EDDCA818F7C1}"/>
          </ac:spMkLst>
        </pc:spChg>
        <pc:spChg chg="del">
          <ac:chgData name="Rodrigo Araujo" userId="752af794b4f85fcd" providerId="LiveId" clId="{6D24FAE8-C4A8-49C4-A4B7-74B898226365}" dt="2025-08-03T14:31:19.383" v="1868" actId="478"/>
          <ac:spMkLst>
            <pc:docMk/>
            <pc:sldMk cId="726518957" sldId="373"/>
            <ac:spMk id="19" creationId="{86AC9277-ED4F-47F7-96ED-1D8C7920FAE4}"/>
          </ac:spMkLst>
        </pc:spChg>
      </pc:sldChg>
      <pc:sldChg chg="modSp add mod ord">
        <pc:chgData name="Rodrigo Araujo" userId="752af794b4f85fcd" providerId="LiveId" clId="{6D24FAE8-C4A8-49C4-A4B7-74B898226365}" dt="2025-08-03T22:12:03.338" v="1928" actId="14100"/>
        <pc:sldMkLst>
          <pc:docMk/>
          <pc:sldMk cId="2414946939" sldId="374"/>
        </pc:sldMkLst>
        <pc:spChg chg="mod">
          <ac:chgData name="Rodrigo Araujo" userId="752af794b4f85fcd" providerId="LiveId" clId="{6D24FAE8-C4A8-49C4-A4B7-74B898226365}" dt="2025-08-03T22:12:03.338" v="1928" actId="14100"/>
          <ac:spMkLst>
            <pc:docMk/>
            <pc:sldMk cId="2414946939" sldId="374"/>
            <ac:spMk id="4" creationId="{00000000-0000-0000-0000-000000000000}"/>
          </ac:spMkLst>
        </pc:spChg>
      </pc:sldChg>
      <pc:sldChg chg="add del">
        <pc:chgData name="Rodrigo Araujo" userId="752af794b4f85fcd" providerId="LiveId" clId="{6D24FAE8-C4A8-49C4-A4B7-74B898226365}" dt="2025-08-03T14:31:26.159" v="1870" actId="2696"/>
        <pc:sldMkLst>
          <pc:docMk/>
          <pc:sldMk cId="4125457760" sldId="374"/>
        </pc:sldMkLst>
      </pc:sldChg>
      <pc:sldChg chg="modSp add mod ord">
        <pc:chgData name="Rodrigo Araujo" userId="752af794b4f85fcd" providerId="LiveId" clId="{6D24FAE8-C4A8-49C4-A4B7-74B898226365}" dt="2025-08-03T22:12:42.772" v="1934"/>
        <pc:sldMkLst>
          <pc:docMk/>
          <pc:sldMk cId="3798649043" sldId="375"/>
        </pc:sldMkLst>
        <pc:spChg chg="mod">
          <ac:chgData name="Rodrigo Araujo" userId="752af794b4f85fcd" providerId="LiveId" clId="{6D24FAE8-C4A8-49C4-A4B7-74B898226365}" dt="2025-08-03T22:12:42.772" v="1934"/>
          <ac:spMkLst>
            <pc:docMk/>
            <pc:sldMk cId="3798649043" sldId="375"/>
            <ac:spMk id="4" creationId="{00000000-0000-0000-0000-000000000000}"/>
          </ac:spMkLst>
        </pc:spChg>
      </pc:sldChg>
      <pc:sldChg chg="modSp add mod ord">
        <pc:chgData name="Rodrigo Araujo" userId="752af794b4f85fcd" providerId="LiveId" clId="{6D24FAE8-C4A8-49C4-A4B7-74B898226365}" dt="2025-08-03T22:13:09.832" v="1938"/>
        <pc:sldMkLst>
          <pc:docMk/>
          <pc:sldMk cId="3535088834" sldId="376"/>
        </pc:sldMkLst>
        <pc:spChg chg="mod">
          <ac:chgData name="Rodrigo Araujo" userId="752af794b4f85fcd" providerId="LiveId" clId="{6D24FAE8-C4A8-49C4-A4B7-74B898226365}" dt="2025-08-03T22:13:09.832" v="1938"/>
          <ac:spMkLst>
            <pc:docMk/>
            <pc:sldMk cId="3535088834" sldId="376"/>
            <ac:spMk id="4" creationId="{00000000-0000-0000-0000-000000000000}"/>
          </ac:spMkLst>
        </pc:spChg>
      </pc:sldChg>
      <pc:sldChg chg="delSp modSp add mod">
        <pc:chgData name="Rodrigo Araujo" userId="752af794b4f85fcd" providerId="LiveId" clId="{6D24FAE8-C4A8-49C4-A4B7-74B898226365}" dt="2025-08-03T23:05:40.823" v="2229" actId="6549"/>
        <pc:sldMkLst>
          <pc:docMk/>
          <pc:sldMk cId="2188501996" sldId="377"/>
        </pc:sldMkLst>
        <pc:spChg chg="del">
          <ac:chgData name="Rodrigo Araujo" userId="752af794b4f85fcd" providerId="LiveId" clId="{6D24FAE8-C4A8-49C4-A4B7-74B898226365}" dt="2025-08-03T23:00:55.255" v="2203" actId="478"/>
          <ac:spMkLst>
            <pc:docMk/>
            <pc:sldMk cId="2188501996" sldId="377"/>
            <ac:spMk id="2" creationId="{5BB24525-FAEC-4141-A894-37183FF647ED}"/>
          </ac:spMkLst>
        </pc:spChg>
        <pc:spChg chg="mod">
          <ac:chgData name="Rodrigo Araujo" userId="752af794b4f85fcd" providerId="LiveId" clId="{6D24FAE8-C4A8-49C4-A4B7-74B898226365}" dt="2025-08-03T23:05:40.823" v="2229" actId="6549"/>
          <ac:spMkLst>
            <pc:docMk/>
            <pc:sldMk cId="2188501996" sldId="377"/>
            <ac:spMk id="4" creationId="{A807CE6B-CE9E-FEBC-9C56-43169BE92B08}"/>
          </ac:spMkLst>
        </pc:spChg>
        <pc:grpChg chg="del">
          <ac:chgData name="Rodrigo Araujo" userId="752af794b4f85fcd" providerId="LiveId" clId="{6D24FAE8-C4A8-49C4-A4B7-74B898226365}" dt="2025-08-03T23:00:55.255" v="2203" actId="478"/>
          <ac:grpSpMkLst>
            <pc:docMk/>
            <pc:sldMk cId="2188501996" sldId="377"/>
            <ac:grpSpMk id="2394" creationId="{5F411257-9934-45F8-9C32-9EA9C0F18F58}"/>
          </ac:grpSpMkLst>
        </pc:grpChg>
        <pc:picChg chg="mod">
          <ac:chgData name="Rodrigo Araujo" userId="752af794b4f85fcd" providerId="LiveId" clId="{6D24FAE8-C4A8-49C4-A4B7-74B898226365}" dt="2025-08-03T23:04:27.490" v="2214" actId="1440"/>
          <ac:picMkLst>
            <pc:docMk/>
            <pc:sldMk cId="2188501996" sldId="377"/>
            <ac:picMk id="28674" creationId="{23151377-292B-40AD-B49D-5E604881C112}"/>
          </ac:picMkLst>
        </pc:picChg>
      </pc:sldChg>
      <pc:sldMasterChg chg="modSp modSldLayout">
        <pc:chgData name="Rodrigo Araujo" userId="752af794b4f85fcd" providerId="LiveId" clId="{6D24FAE8-C4A8-49C4-A4B7-74B898226365}" dt="2025-08-02T02:15:21.120" v="32"/>
        <pc:sldMasterMkLst>
          <pc:docMk/>
          <pc:sldMasterMk cId="889064404" sldId="2147483763"/>
        </pc:sldMasterMkLst>
        <pc:spChg chg="mod">
          <ac:chgData name="Rodrigo Araujo" userId="752af794b4f85fcd" providerId="LiveId" clId="{6D24FAE8-C4A8-49C4-A4B7-74B898226365}" dt="2025-08-02T02:15:21.120" v="32"/>
          <ac:spMkLst>
            <pc:docMk/>
            <pc:sldMasterMk cId="889064404" sldId="2147483763"/>
            <ac:spMk id="2" creationId="{0BA018A2-815D-41B0-A189-FDF7A5E88891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asterMk cId="889064404" sldId="2147483763"/>
            <ac:spMk id="3" creationId="{36DFAE63-1276-4C7C-BFF5-F5DF1CDB23E5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asterMk cId="889064404" sldId="2147483763"/>
            <ac:spMk id="4" creationId="{55380268-2D73-487C-843B-51648AE18194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asterMk cId="889064404" sldId="2147483763"/>
            <ac:spMk id="5" creationId="{99F61E6D-D51F-4BD7-B59D-19AF179177B8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asterMk cId="889064404" sldId="2147483763"/>
            <ac:spMk id="6" creationId="{127701B1-1C93-41C2-AEE1-815DEA51B962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asterMk cId="889064404" sldId="2147483763"/>
            <ac:spMk id="8" creationId="{91C2F78B-DEE8-4195-A196-DFC51BDADFF9}"/>
          </ac:spMkLst>
        </pc:spChg>
        <pc:spChg chg="mod">
          <ac:chgData name="Rodrigo Araujo" userId="752af794b4f85fcd" providerId="LiveId" clId="{6D24FAE8-C4A8-49C4-A4B7-74B898226365}" dt="2025-08-02T02:15:21.120" v="32"/>
          <ac:spMkLst>
            <pc:docMk/>
            <pc:sldMasterMk cId="889064404" sldId="2147483763"/>
            <ac:spMk id="10" creationId="{A1D79D08-4BE8-4799-BE09-5078DFEE2256}"/>
          </ac:spMkLst>
        </pc:spChg>
        <pc:cxnChg chg="mod">
          <ac:chgData name="Rodrigo Araujo" userId="752af794b4f85fcd" providerId="LiveId" clId="{6D24FAE8-C4A8-49C4-A4B7-74B898226365}" dt="2025-08-02T02:15:21.120" v="32"/>
          <ac:cxnSpMkLst>
            <pc:docMk/>
            <pc:sldMasterMk cId="889064404" sldId="2147483763"/>
            <ac:cxnSpMk id="12" creationId="{C95D65A1-16CB-407F-993F-2A6D59BCC0C8}"/>
          </ac:cxnSpMkLst>
        </pc:cxnChg>
        <pc:sldLayoutChg chg="modSp">
          <pc:chgData name="Rodrigo Araujo" userId="752af794b4f85fcd" providerId="LiveId" clId="{6D24FAE8-C4A8-49C4-A4B7-74B898226365}" dt="2025-08-02T02:15:21.120" v="32"/>
          <pc:sldLayoutMkLst>
            <pc:docMk/>
            <pc:sldMasterMk cId="889064404" sldId="2147483763"/>
            <pc:sldLayoutMk cId="2879311072" sldId="2147483753"/>
          </pc:sldLayoutMkLst>
          <pc:spChg chg="mod">
            <ac:chgData name="Rodrigo Araujo" userId="752af794b4f85fcd" providerId="LiveId" clId="{6D24FAE8-C4A8-49C4-A4B7-74B898226365}" dt="2025-08-02T02:15:21.120" v="32"/>
            <ac:spMkLst>
              <pc:docMk/>
              <pc:sldMasterMk cId="889064404" sldId="2147483763"/>
              <pc:sldLayoutMk cId="2879311072" sldId="2147483753"/>
              <ac:spMk id="2" creationId="{186900C1-FE18-461C-801C-8626C7759861}"/>
            </ac:spMkLst>
          </pc:spChg>
          <pc:spChg chg="mod">
            <ac:chgData name="Rodrigo Araujo" userId="752af794b4f85fcd" providerId="LiveId" clId="{6D24FAE8-C4A8-49C4-A4B7-74B898226365}" dt="2025-08-02T02:15:21.120" v="32"/>
            <ac:spMkLst>
              <pc:docMk/>
              <pc:sldMasterMk cId="889064404" sldId="2147483763"/>
              <pc:sldLayoutMk cId="2879311072" sldId="2147483753"/>
              <ac:spMk id="3" creationId="{AB14CFF3-3406-49E3-9D5A-1BE90FFA508E}"/>
            </ac:spMkLst>
          </pc:spChg>
          <pc:spChg chg="mod">
            <ac:chgData name="Rodrigo Araujo" userId="752af794b4f85fcd" providerId="LiveId" clId="{6D24FAE8-C4A8-49C4-A4B7-74B898226365}" dt="2025-08-02T02:15:21.120" v="32"/>
            <ac:spMkLst>
              <pc:docMk/>
              <pc:sldMasterMk cId="889064404" sldId="2147483763"/>
              <pc:sldLayoutMk cId="2879311072" sldId="2147483753"/>
              <ac:spMk id="4" creationId="{033D14FF-9082-4BBA-BC7A-F4C5B78599C5}"/>
            </ac:spMkLst>
          </pc:spChg>
        </pc:sldLayoutChg>
        <pc:sldLayoutChg chg="modSp">
          <pc:chgData name="Rodrigo Araujo" userId="752af794b4f85fcd" providerId="LiveId" clId="{6D24FAE8-C4A8-49C4-A4B7-74B898226365}" dt="2025-08-02T02:15:21.120" v="32"/>
          <pc:sldLayoutMkLst>
            <pc:docMk/>
            <pc:sldMasterMk cId="889064404" sldId="2147483763"/>
            <pc:sldLayoutMk cId="4179793230" sldId="2147483754"/>
          </pc:sldLayoutMkLst>
          <pc:spChg chg="mod">
            <ac:chgData name="Rodrigo Araujo" userId="752af794b4f85fcd" providerId="LiveId" clId="{6D24FAE8-C4A8-49C4-A4B7-74B898226365}" dt="2025-08-02T02:15:21.120" v="32"/>
            <ac:spMkLst>
              <pc:docMk/>
              <pc:sldMasterMk cId="889064404" sldId="2147483763"/>
              <pc:sldLayoutMk cId="4179793230" sldId="2147483754"/>
              <ac:spMk id="2" creationId="{2368F756-D171-474C-8B1A-C818032F6F78}"/>
            </ac:spMkLst>
          </pc:spChg>
          <pc:spChg chg="mod">
            <ac:chgData name="Rodrigo Araujo" userId="752af794b4f85fcd" providerId="LiveId" clId="{6D24FAE8-C4A8-49C4-A4B7-74B898226365}" dt="2025-08-02T02:15:21.120" v="32"/>
            <ac:spMkLst>
              <pc:docMk/>
              <pc:sldMasterMk cId="889064404" sldId="2147483763"/>
              <pc:sldLayoutMk cId="4179793230" sldId="2147483754"/>
              <ac:spMk id="3" creationId="{1CA1460E-1069-4FCA-B04E-28F77C861046}"/>
            </ac:spMkLst>
          </pc:spChg>
          <pc:spChg chg="mod">
            <ac:chgData name="Rodrigo Araujo" userId="752af794b4f85fcd" providerId="LiveId" clId="{6D24FAE8-C4A8-49C4-A4B7-74B898226365}" dt="2025-08-02T02:15:21.120" v="32"/>
            <ac:spMkLst>
              <pc:docMk/>
              <pc:sldMasterMk cId="889064404" sldId="2147483763"/>
              <pc:sldLayoutMk cId="4179793230" sldId="2147483754"/>
              <ac:spMk id="4" creationId="{66138C1E-867B-4FE9-8783-9B1246AEB797}"/>
            </ac:spMkLst>
          </pc:spChg>
        </pc:sldLayoutChg>
        <pc:sldLayoutChg chg="modSp">
          <pc:chgData name="Rodrigo Araujo" userId="752af794b4f85fcd" providerId="LiveId" clId="{6D24FAE8-C4A8-49C4-A4B7-74B898226365}" dt="2025-08-02T02:15:21.120" v="32"/>
          <pc:sldLayoutMkLst>
            <pc:docMk/>
            <pc:sldMasterMk cId="889064404" sldId="2147483763"/>
            <pc:sldLayoutMk cId="743208387" sldId="2147483756"/>
          </pc:sldLayoutMkLst>
          <pc:spChg chg="mod">
            <ac:chgData name="Rodrigo Araujo" userId="752af794b4f85fcd" providerId="LiveId" clId="{6D24FAE8-C4A8-49C4-A4B7-74B898226365}" dt="2025-08-02T02:15:21.120" v="32"/>
            <ac:spMkLst>
              <pc:docMk/>
              <pc:sldMasterMk cId="889064404" sldId="2147483763"/>
              <pc:sldLayoutMk cId="743208387" sldId="2147483756"/>
              <ac:spMk id="2" creationId="{CC36B206-0678-4577-B79F-760526A5FD76}"/>
            </ac:spMkLst>
          </pc:spChg>
        </pc:sldLayoutChg>
        <pc:sldLayoutChg chg="modSp">
          <pc:chgData name="Rodrigo Araujo" userId="752af794b4f85fcd" providerId="LiveId" clId="{6D24FAE8-C4A8-49C4-A4B7-74B898226365}" dt="2025-08-02T02:15:21.120" v="32"/>
          <pc:sldLayoutMkLst>
            <pc:docMk/>
            <pc:sldMasterMk cId="889064404" sldId="2147483763"/>
            <pc:sldLayoutMk cId="4190600440" sldId="2147483757"/>
          </pc:sldLayoutMkLst>
          <pc:spChg chg="mod">
            <ac:chgData name="Rodrigo Araujo" userId="752af794b4f85fcd" providerId="LiveId" clId="{6D24FAE8-C4A8-49C4-A4B7-74B898226365}" dt="2025-08-02T02:15:21.120" v="32"/>
            <ac:spMkLst>
              <pc:docMk/>
              <pc:sldMasterMk cId="889064404" sldId="2147483763"/>
              <pc:sldLayoutMk cId="4190600440" sldId="2147483757"/>
              <ac:spMk id="2" creationId="{66528449-3E11-45FF-BF3A-651867603E75}"/>
            </ac:spMkLst>
          </pc:spChg>
          <pc:spChg chg="mod">
            <ac:chgData name="Rodrigo Araujo" userId="752af794b4f85fcd" providerId="LiveId" clId="{6D24FAE8-C4A8-49C4-A4B7-74B898226365}" dt="2025-08-02T02:15:21.120" v="32"/>
            <ac:spMkLst>
              <pc:docMk/>
              <pc:sldMasterMk cId="889064404" sldId="2147483763"/>
              <pc:sldLayoutMk cId="4190600440" sldId="2147483757"/>
              <ac:spMk id="3" creationId="{AFC0EAB0-2DFA-4CBA-86B1-1826EF523D4D}"/>
            </ac:spMkLst>
          </pc:spChg>
        </pc:sldLayoutChg>
        <pc:sldLayoutChg chg="modSp">
          <pc:chgData name="Rodrigo Araujo" userId="752af794b4f85fcd" providerId="LiveId" clId="{6D24FAE8-C4A8-49C4-A4B7-74B898226365}" dt="2025-08-02T02:15:21.120" v="32"/>
          <pc:sldLayoutMkLst>
            <pc:docMk/>
            <pc:sldMasterMk cId="889064404" sldId="2147483763"/>
            <pc:sldLayoutMk cId="1449726283" sldId="2147483758"/>
          </pc:sldLayoutMkLst>
          <pc:spChg chg="mod">
            <ac:chgData name="Rodrigo Araujo" userId="752af794b4f85fcd" providerId="LiveId" clId="{6D24FAE8-C4A8-49C4-A4B7-74B898226365}" dt="2025-08-02T02:15:21.120" v="32"/>
            <ac:spMkLst>
              <pc:docMk/>
              <pc:sldMasterMk cId="889064404" sldId="2147483763"/>
              <pc:sldLayoutMk cId="1449726283" sldId="2147483758"/>
              <ac:spMk id="2" creationId="{A65FCBBA-905A-4FD1-BFBA-F3EE6DA264E0}"/>
            </ac:spMkLst>
          </pc:spChg>
          <pc:spChg chg="mod">
            <ac:chgData name="Rodrigo Araujo" userId="752af794b4f85fcd" providerId="LiveId" clId="{6D24FAE8-C4A8-49C4-A4B7-74B898226365}" dt="2025-08-02T02:15:21.120" v="32"/>
            <ac:spMkLst>
              <pc:docMk/>
              <pc:sldMasterMk cId="889064404" sldId="2147483763"/>
              <pc:sldLayoutMk cId="1449726283" sldId="2147483758"/>
              <ac:spMk id="3" creationId="{13DD287E-F1C8-463F-8429-D1B5B1582520}"/>
            </ac:spMkLst>
          </pc:spChg>
          <pc:spChg chg="mod">
            <ac:chgData name="Rodrigo Araujo" userId="752af794b4f85fcd" providerId="LiveId" clId="{6D24FAE8-C4A8-49C4-A4B7-74B898226365}" dt="2025-08-02T02:15:21.120" v="32"/>
            <ac:spMkLst>
              <pc:docMk/>
              <pc:sldMasterMk cId="889064404" sldId="2147483763"/>
              <pc:sldLayoutMk cId="1449726283" sldId="2147483758"/>
              <ac:spMk id="18" creationId="{5CD60141-EEBD-4EC1-8E34-0344C16A18A2}"/>
            </ac:spMkLst>
          </pc:spChg>
          <pc:cxnChg chg="mod">
            <ac:chgData name="Rodrigo Araujo" userId="752af794b4f85fcd" providerId="LiveId" clId="{6D24FAE8-C4A8-49C4-A4B7-74B898226365}" dt="2025-08-02T02:15:21.120" v="32"/>
            <ac:cxnSpMkLst>
              <pc:docMk/>
              <pc:sldMasterMk cId="889064404" sldId="2147483763"/>
              <pc:sldLayoutMk cId="1449726283" sldId="2147483758"/>
              <ac:cxnSpMk id="12" creationId="{4C75A547-BCD1-42BE-966E-53CA0AB93165}"/>
            </ac:cxnSpMkLst>
          </pc:cxnChg>
        </pc:sldLayoutChg>
        <pc:sldLayoutChg chg="modSp">
          <pc:chgData name="Rodrigo Araujo" userId="752af794b4f85fcd" providerId="LiveId" clId="{6D24FAE8-C4A8-49C4-A4B7-74B898226365}" dt="2025-08-02T02:15:21.120" v="32"/>
          <pc:sldLayoutMkLst>
            <pc:docMk/>
            <pc:sldMasterMk cId="889064404" sldId="2147483763"/>
            <pc:sldLayoutMk cId="3421410721" sldId="2147483760"/>
          </pc:sldLayoutMkLst>
          <pc:spChg chg="mod">
            <ac:chgData name="Rodrigo Araujo" userId="752af794b4f85fcd" providerId="LiveId" clId="{6D24FAE8-C4A8-49C4-A4B7-74B898226365}" dt="2025-08-02T02:15:21.120" v="32"/>
            <ac:spMkLst>
              <pc:docMk/>
              <pc:sldMasterMk cId="889064404" sldId="2147483763"/>
              <pc:sldLayoutMk cId="3421410721" sldId="2147483760"/>
              <ac:spMk id="2" creationId="{A8FE19AD-2EDD-4B4F-9F9E-46A4441847A6}"/>
            </ac:spMkLst>
          </pc:spChg>
          <pc:spChg chg="mod">
            <ac:chgData name="Rodrigo Araujo" userId="752af794b4f85fcd" providerId="LiveId" clId="{6D24FAE8-C4A8-49C4-A4B7-74B898226365}" dt="2025-08-02T02:15:21.120" v="32"/>
            <ac:spMkLst>
              <pc:docMk/>
              <pc:sldMasterMk cId="889064404" sldId="2147483763"/>
              <pc:sldLayoutMk cId="3421410721" sldId="2147483760"/>
              <ac:spMk id="3" creationId="{00EE5927-21D5-4EBA-A112-CAD1BD38BCB1}"/>
            </ac:spMkLst>
          </pc:spChg>
        </pc:sldLayoutChg>
        <pc:sldLayoutChg chg="modSp">
          <pc:chgData name="Rodrigo Araujo" userId="752af794b4f85fcd" providerId="LiveId" clId="{6D24FAE8-C4A8-49C4-A4B7-74B898226365}" dt="2025-08-02T02:15:21.120" v="32"/>
          <pc:sldLayoutMkLst>
            <pc:docMk/>
            <pc:sldMasterMk cId="889064404" sldId="2147483763"/>
            <pc:sldLayoutMk cId="3816777347" sldId="2147483761"/>
          </pc:sldLayoutMkLst>
          <pc:spChg chg="mod">
            <ac:chgData name="Rodrigo Araujo" userId="752af794b4f85fcd" providerId="LiveId" clId="{6D24FAE8-C4A8-49C4-A4B7-74B898226365}" dt="2025-08-02T02:15:21.120" v="32"/>
            <ac:spMkLst>
              <pc:docMk/>
              <pc:sldMasterMk cId="889064404" sldId="2147483763"/>
              <pc:sldLayoutMk cId="3816777347" sldId="2147483761"/>
              <ac:spMk id="3" creationId="{AE2F9DA5-4DFB-4211-A58A-FFD842C27A65}"/>
            </ac:spMkLst>
          </pc:spChg>
          <pc:spChg chg="mod">
            <ac:chgData name="Rodrigo Araujo" userId="752af794b4f85fcd" providerId="LiveId" clId="{6D24FAE8-C4A8-49C4-A4B7-74B898226365}" dt="2025-08-02T02:15:21.120" v="32"/>
            <ac:spMkLst>
              <pc:docMk/>
              <pc:sldMasterMk cId="889064404" sldId="2147483763"/>
              <pc:sldLayoutMk cId="3816777347" sldId="2147483761"/>
              <ac:spMk id="4" creationId="{1AA99F26-66AF-4614-91CE-C93A24BAC23A}"/>
            </ac:spMkLst>
          </pc:spChg>
        </pc:sldLayoutChg>
        <pc:sldLayoutChg chg="modSp">
          <pc:chgData name="Rodrigo Araujo" userId="752af794b4f85fcd" providerId="LiveId" clId="{6D24FAE8-C4A8-49C4-A4B7-74B898226365}" dt="2025-08-02T02:15:21.120" v="32"/>
          <pc:sldLayoutMkLst>
            <pc:docMk/>
            <pc:sldMasterMk cId="889064404" sldId="2147483763"/>
            <pc:sldLayoutMk cId="558349885" sldId="2147483762"/>
          </pc:sldLayoutMkLst>
          <pc:spChg chg="mod">
            <ac:chgData name="Rodrigo Araujo" userId="752af794b4f85fcd" providerId="LiveId" clId="{6D24FAE8-C4A8-49C4-A4B7-74B898226365}" dt="2025-08-02T02:15:21.120" v="32"/>
            <ac:spMkLst>
              <pc:docMk/>
              <pc:sldMasterMk cId="889064404" sldId="2147483763"/>
              <pc:sldLayoutMk cId="558349885" sldId="2147483762"/>
              <ac:spMk id="2" creationId="{B112BBBF-42B2-4A5D-B145-46983A530170}"/>
            </ac:spMkLst>
          </pc:spChg>
          <pc:spChg chg="mod">
            <ac:chgData name="Rodrigo Araujo" userId="752af794b4f85fcd" providerId="LiveId" clId="{6D24FAE8-C4A8-49C4-A4B7-74B898226365}" dt="2025-08-02T02:15:21.120" v="32"/>
            <ac:spMkLst>
              <pc:docMk/>
              <pc:sldMasterMk cId="889064404" sldId="2147483763"/>
              <pc:sldLayoutMk cId="558349885" sldId="2147483762"/>
              <ac:spMk id="3" creationId="{E804BE44-5271-4B5D-B649-35E3AF20B48F}"/>
            </ac:spMkLst>
          </pc:spChg>
          <pc:spChg chg="mod">
            <ac:chgData name="Rodrigo Araujo" userId="752af794b4f85fcd" providerId="LiveId" clId="{6D24FAE8-C4A8-49C4-A4B7-74B898226365}" dt="2025-08-02T02:15:21.120" v="32"/>
            <ac:spMkLst>
              <pc:docMk/>
              <pc:sldMasterMk cId="889064404" sldId="2147483763"/>
              <pc:sldLayoutMk cId="558349885" sldId="2147483762"/>
              <ac:spMk id="4" creationId="{24D7891E-0C0A-4688-97DD-C0715E322194}"/>
            </ac:spMkLst>
          </pc:spChg>
          <pc:spChg chg="mod">
            <ac:chgData name="Rodrigo Araujo" userId="752af794b4f85fcd" providerId="LiveId" clId="{6D24FAE8-C4A8-49C4-A4B7-74B898226365}" dt="2025-08-02T02:15:21.120" v="32"/>
            <ac:spMkLst>
              <pc:docMk/>
              <pc:sldMasterMk cId="889064404" sldId="2147483763"/>
              <pc:sldLayoutMk cId="558349885" sldId="2147483762"/>
              <ac:spMk id="5" creationId="{875EAF30-3412-49B0-93D1-596CC2695B26}"/>
            </ac:spMkLst>
          </pc:spChg>
          <pc:spChg chg="mod">
            <ac:chgData name="Rodrigo Araujo" userId="752af794b4f85fcd" providerId="LiveId" clId="{6D24FAE8-C4A8-49C4-A4B7-74B898226365}" dt="2025-08-02T02:15:21.120" v="32"/>
            <ac:spMkLst>
              <pc:docMk/>
              <pc:sldMasterMk cId="889064404" sldId="2147483763"/>
              <pc:sldLayoutMk cId="558349885" sldId="2147483762"/>
              <ac:spMk id="6" creationId="{F707B9B7-F41C-4314-9F0C-BB84547FB8CA}"/>
            </ac:spMkLst>
          </pc:spChg>
        </pc:sldLayoutChg>
      </pc:sldMasterChg>
    </pc:docChg>
  </pc:docChgLst>
  <pc:docChgLst>
    <pc:chgData name="Rodrigo Araujo" userId="752af794b4f85fcd" providerId="LiveId" clId="{F64B84E3-0AA5-4ABA-A61F-A123E6779BF8}"/>
    <pc:docChg chg="undo custSel addSld delSld modSld sldOrd">
      <pc:chgData name="Rodrigo Araujo" userId="752af794b4f85fcd" providerId="LiveId" clId="{F64B84E3-0AA5-4ABA-A61F-A123E6779BF8}" dt="2025-08-04T18:37:36.377" v="394" actId="1035"/>
      <pc:docMkLst>
        <pc:docMk/>
      </pc:docMkLst>
      <pc:sldChg chg="addSp delSp modSp del mod">
        <pc:chgData name="Rodrigo Araujo" userId="752af794b4f85fcd" providerId="LiveId" clId="{F64B84E3-0AA5-4ABA-A61F-A123E6779BF8}" dt="2025-08-04T17:31:42.409" v="236" actId="47"/>
        <pc:sldMkLst>
          <pc:docMk/>
          <pc:sldMk cId="2388171492" sldId="269"/>
        </pc:sldMkLst>
        <pc:spChg chg="add del mod">
          <ac:chgData name="Rodrigo Araujo" userId="752af794b4f85fcd" providerId="LiveId" clId="{F64B84E3-0AA5-4ABA-A61F-A123E6779BF8}" dt="2025-08-04T11:34:08.673" v="1" actId="478"/>
          <ac:spMkLst>
            <pc:docMk/>
            <pc:sldMk cId="2388171492" sldId="269"/>
            <ac:spMk id="4" creationId="{0299CFFD-219C-016F-E3EF-5CECD9180602}"/>
          </ac:spMkLst>
        </pc:spChg>
        <pc:picChg chg="del">
          <ac:chgData name="Rodrigo Araujo" userId="752af794b4f85fcd" providerId="LiveId" clId="{F64B84E3-0AA5-4ABA-A61F-A123E6779BF8}" dt="2025-08-04T11:34:05.050" v="0" actId="478"/>
          <ac:picMkLst>
            <pc:docMk/>
            <pc:sldMk cId="2388171492" sldId="269"/>
            <ac:picMk id="5" creationId="{422BFB86-F862-ACCB-BB10-DC1620A4C36F}"/>
          </ac:picMkLst>
        </pc:picChg>
      </pc:sldChg>
      <pc:sldChg chg="modSp mod">
        <pc:chgData name="Rodrigo Araujo" userId="752af794b4f85fcd" providerId="LiveId" clId="{F64B84E3-0AA5-4ABA-A61F-A123E6779BF8}" dt="2025-08-04T17:54:15.461" v="316" actId="1440"/>
        <pc:sldMkLst>
          <pc:docMk/>
          <pc:sldMk cId="2188501996" sldId="377"/>
        </pc:sldMkLst>
        <pc:picChg chg="mod">
          <ac:chgData name="Rodrigo Araujo" userId="752af794b4f85fcd" providerId="LiveId" clId="{F64B84E3-0AA5-4ABA-A61F-A123E6779BF8}" dt="2025-08-04T17:54:15.461" v="316" actId="1440"/>
          <ac:picMkLst>
            <pc:docMk/>
            <pc:sldMk cId="2188501996" sldId="377"/>
            <ac:picMk id="28674" creationId="{23151377-292B-40AD-B49D-5E604881C112}"/>
          </ac:picMkLst>
        </pc:picChg>
      </pc:sldChg>
      <pc:sldChg chg="modSp add mod ord">
        <pc:chgData name="Rodrigo Araujo" userId="752af794b4f85fcd" providerId="LiveId" clId="{F64B84E3-0AA5-4ABA-A61F-A123E6779BF8}" dt="2025-08-04T17:16:49.841" v="16" actId="20577"/>
        <pc:sldMkLst>
          <pc:docMk/>
          <pc:sldMk cId="4250535521" sldId="378"/>
        </pc:sldMkLst>
        <pc:spChg chg="mod">
          <ac:chgData name="Rodrigo Araujo" userId="752af794b4f85fcd" providerId="LiveId" clId="{F64B84E3-0AA5-4ABA-A61F-A123E6779BF8}" dt="2025-08-04T17:16:49.841" v="16" actId="20577"/>
          <ac:spMkLst>
            <pc:docMk/>
            <pc:sldMk cId="4250535521" sldId="378"/>
            <ac:spMk id="4" creationId="{00000000-0000-0000-0000-000000000000}"/>
          </ac:spMkLst>
        </pc:spChg>
      </pc:sldChg>
      <pc:sldChg chg="delSp modSp add mod ord">
        <pc:chgData name="Rodrigo Araujo" userId="752af794b4f85fcd" providerId="LiveId" clId="{F64B84E3-0AA5-4ABA-A61F-A123E6779BF8}" dt="2025-08-04T17:38:30.147" v="272"/>
        <pc:sldMkLst>
          <pc:docMk/>
          <pc:sldMk cId="3484234573" sldId="379"/>
        </pc:sldMkLst>
        <pc:spChg chg="mod topLvl">
          <ac:chgData name="Rodrigo Araujo" userId="752af794b4f85fcd" providerId="LiveId" clId="{F64B84E3-0AA5-4ABA-A61F-A123E6779BF8}" dt="2025-08-04T17:38:30.147" v="272"/>
          <ac:spMkLst>
            <pc:docMk/>
            <pc:sldMk cId="3484234573" sldId="379"/>
            <ac:spMk id="7" creationId="{B1C954FB-B080-4BD0-832B-614F997F0C5C}"/>
          </ac:spMkLst>
        </pc:spChg>
        <pc:spChg chg="mod">
          <ac:chgData name="Rodrigo Araujo" userId="752af794b4f85fcd" providerId="LiveId" clId="{F64B84E3-0AA5-4ABA-A61F-A123E6779BF8}" dt="2025-08-04T17:21:00.821" v="45" actId="20577"/>
          <ac:spMkLst>
            <pc:docMk/>
            <pc:sldMk cId="3484234573" sldId="379"/>
            <ac:spMk id="8" creationId="{9F5D5DE0-4B90-4094-B31C-A39192759037}"/>
          </ac:spMkLst>
        </pc:spChg>
        <pc:spChg chg="del mod topLvl">
          <ac:chgData name="Rodrigo Araujo" userId="752af794b4f85fcd" providerId="LiveId" clId="{F64B84E3-0AA5-4ABA-A61F-A123E6779BF8}" dt="2025-08-04T17:21:18.877" v="47" actId="478"/>
          <ac:spMkLst>
            <pc:docMk/>
            <pc:sldMk cId="3484234573" sldId="379"/>
            <ac:spMk id="16" creationId="{019DB84D-EB10-4504-BBE6-776EE407E7AD}"/>
          </ac:spMkLst>
        </pc:spChg>
        <pc:grpChg chg="del">
          <ac:chgData name="Rodrigo Araujo" userId="752af794b4f85fcd" providerId="LiveId" clId="{F64B84E3-0AA5-4ABA-A61F-A123E6779BF8}" dt="2025-08-04T17:21:16.304" v="46" actId="165"/>
          <ac:grpSpMkLst>
            <pc:docMk/>
            <pc:sldMk cId="3484234573" sldId="379"/>
            <ac:grpSpMk id="14" creationId="{E3C56472-1F40-41B2-B3A2-D4C3CEB2A4C9}"/>
          </ac:grpSpMkLst>
        </pc:grpChg>
      </pc:sldChg>
      <pc:sldChg chg="modSp add mod">
        <pc:chgData name="Rodrigo Araujo" userId="752af794b4f85fcd" providerId="LiveId" clId="{F64B84E3-0AA5-4ABA-A61F-A123E6779BF8}" dt="2025-08-04T17:30:53.744" v="235" actId="20577"/>
        <pc:sldMkLst>
          <pc:docMk/>
          <pc:sldMk cId="1246032776" sldId="380"/>
        </pc:sldMkLst>
        <pc:spChg chg="mod">
          <ac:chgData name="Rodrigo Araujo" userId="752af794b4f85fcd" providerId="LiveId" clId="{F64B84E3-0AA5-4ABA-A61F-A123E6779BF8}" dt="2025-08-04T17:30:53.744" v="235" actId="20577"/>
          <ac:spMkLst>
            <pc:docMk/>
            <pc:sldMk cId="1246032776" sldId="380"/>
            <ac:spMk id="7" creationId="{B1C954FB-B080-4BD0-832B-614F997F0C5C}"/>
          </ac:spMkLst>
        </pc:spChg>
      </pc:sldChg>
      <pc:sldChg chg="add del ord">
        <pc:chgData name="Rodrigo Araujo" userId="752af794b4f85fcd" providerId="LiveId" clId="{F64B84E3-0AA5-4ABA-A61F-A123E6779BF8}" dt="2025-08-04T17:42:03.254" v="279" actId="47"/>
        <pc:sldMkLst>
          <pc:docMk/>
          <pc:sldMk cId="1475350332" sldId="381"/>
        </pc:sldMkLst>
      </pc:sldChg>
      <pc:sldChg chg="addSp delSp modSp add mod ord">
        <pc:chgData name="Rodrigo Araujo" userId="752af794b4f85fcd" providerId="LiveId" clId="{F64B84E3-0AA5-4ABA-A61F-A123E6779BF8}" dt="2025-08-04T18:37:36.377" v="394" actId="1035"/>
        <pc:sldMkLst>
          <pc:docMk/>
          <pc:sldMk cId="3873244221" sldId="382"/>
        </pc:sldMkLst>
        <pc:spChg chg="mod">
          <ac:chgData name="Rodrigo Araujo" userId="752af794b4f85fcd" providerId="LiveId" clId="{F64B84E3-0AA5-4ABA-A61F-A123E6779BF8}" dt="2025-08-04T17:50:12.122" v="313" actId="1076"/>
          <ac:spMkLst>
            <pc:docMk/>
            <pc:sldMk cId="3873244221" sldId="382"/>
            <ac:spMk id="2" creationId="{00000000-0000-0000-0000-000000000000}"/>
          </ac:spMkLst>
        </pc:spChg>
        <pc:spChg chg="add mod">
          <ac:chgData name="Rodrigo Araujo" userId="752af794b4f85fcd" providerId="LiveId" clId="{F64B84E3-0AA5-4ABA-A61F-A123E6779BF8}" dt="2025-08-04T18:37:36.377" v="394" actId="1035"/>
          <ac:spMkLst>
            <pc:docMk/>
            <pc:sldMk cId="3873244221" sldId="382"/>
            <ac:spMk id="4" creationId="{665F6B42-7F3B-0936-D6C4-8464F912A2BB}"/>
          </ac:spMkLst>
        </pc:spChg>
        <pc:spChg chg="del">
          <ac:chgData name="Rodrigo Araujo" userId="752af794b4f85fcd" providerId="LiveId" clId="{F64B84E3-0AA5-4ABA-A61F-A123E6779BF8}" dt="2025-08-04T17:42:11.505" v="280" actId="478"/>
          <ac:spMkLst>
            <pc:docMk/>
            <pc:sldMk cId="3873244221" sldId="382"/>
            <ac:spMk id="11" creationId="{9182FF76-A609-47A6-B1D2-76397E55901E}"/>
          </ac:spMkLst>
        </pc:spChg>
        <pc:grpChg chg="add mod">
          <ac:chgData name="Rodrigo Araujo" userId="752af794b4f85fcd" providerId="LiveId" clId="{F64B84E3-0AA5-4ABA-A61F-A123E6779BF8}" dt="2025-08-04T18:37:36.377" v="394" actId="1035"/>
          <ac:grpSpMkLst>
            <pc:docMk/>
            <pc:sldMk cId="3873244221" sldId="382"/>
            <ac:grpSpMk id="5" creationId="{9A5B94BB-BA6B-AE23-8FA3-C93C9BCBB300}"/>
          </ac:grpSpMkLst>
        </pc:grpChg>
        <pc:picChg chg="add del mod">
          <ac:chgData name="Rodrigo Araujo" userId="752af794b4f85fcd" providerId="LiveId" clId="{F64B84E3-0AA5-4ABA-A61F-A123E6779BF8}" dt="2025-08-04T17:42:51.542" v="282" actId="21"/>
          <ac:picMkLst>
            <pc:docMk/>
            <pc:sldMk cId="3873244221" sldId="382"/>
            <ac:picMk id="3" creationId="{5456C358-9AB3-0A58-8063-0E04C39DAD46}"/>
          </ac:picMkLst>
        </pc:picChg>
        <pc:picChg chg="add">
          <ac:chgData name="Rodrigo Araujo" userId="752af794b4f85fcd" providerId="LiveId" clId="{F64B84E3-0AA5-4ABA-A61F-A123E6779BF8}" dt="2025-08-04T17:45:55.717" v="283"/>
          <ac:picMkLst>
            <pc:docMk/>
            <pc:sldMk cId="3873244221" sldId="382"/>
            <ac:picMk id="1026" creationId="{4D4A4205-2B25-A052-0726-5EB4367E8EE1}"/>
          </ac:picMkLst>
        </pc:picChg>
        <pc:picChg chg="add del">
          <ac:chgData name="Rodrigo Araujo" userId="752af794b4f85fcd" providerId="LiveId" clId="{F64B84E3-0AA5-4ABA-A61F-A123E6779BF8}" dt="2025-08-04T17:49:00.055" v="285" actId="478"/>
          <ac:picMkLst>
            <pc:docMk/>
            <pc:sldMk cId="3873244221" sldId="382"/>
            <ac:picMk id="1028" creationId="{A5DAE239-CE8D-7755-6EF1-E902AAD024DD}"/>
          </ac:picMkLst>
        </pc:picChg>
        <pc:picChg chg="add">
          <ac:chgData name="Rodrigo Araujo" userId="752af794b4f85fcd" providerId="LiveId" clId="{F64B84E3-0AA5-4ABA-A61F-A123E6779BF8}" dt="2025-08-04T17:49:21.975" v="286"/>
          <ac:picMkLst>
            <pc:docMk/>
            <pc:sldMk cId="3873244221" sldId="382"/>
            <ac:picMk id="1030" creationId="{B8C223B7-23BA-79C7-CD04-0653446FACDE}"/>
          </ac:picMkLst>
        </pc:picChg>
        <pc:picChg chg="add mod">
          <ac:chgData name="Rodrigo Araujo" userId="752af794b4f85fcd" providerId="LiveId" clId="{F64B84E3-0AA5-4ABA-A61F-A123E6779BF8}" dt="2025-08-04T18:37:36.377" v="394" actId="1035"/>
          <ac:picMkLst>
            <pc:docMk/>
            <pc:sldMk cId="3873244221" sldId="382"/>
            <ac:picMk id="1032" creationId="{9EA28399-B17D-14F6-CB36-16C2AFDF127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38535E8-7261-0435-9315-0083C11E39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E6EF7ED-4FD5-01A8-9CF0-38C48D93187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8E5C4-D377-47DC-8983-756280FB89EB}" type="datetimeFigureOut">
              <a:rPr lang="pt-BR" smtClean="0"/>
              <a:t>07/08/2025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8379725-BB43-76C3-9840-EAA347386F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A3AE7B9-A7B7-E04E-71CC-313F5D3C429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72B0C-7DEB-40AF-8839-88DFA70E3E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949353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A8550D-160D-4CC6-BA10-F9988CB8DDC1}" type="datetimeFigureOut">
              <a:rPr lang="pt-BR" smtClean="0"/>
              <a:t>07/08/2025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234B75-7AA0-4A52-9986-5C63F4E971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176278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23038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1058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18314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44407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18314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4AB3EB-4E16-4C2B-8488-8DE8D0D6A8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801107-D919-4960-8964-1D747CC22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7CB8A6-708B-4423-AC83-51ED939C5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7B82E-E8DB-46C3-82CA-4C4D0ABCE921}" type="datetime1">
              <a:rPr lang="en-US" smtClean="0"/>
              <a:t>8/7/2025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2720EE-5F44-44D7-A239-1F692C2E7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FA3A19-A5D0-4927-B518-C1B6F818C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50992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F14B6E-7741-4291-84B7-353C881F9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6049F0-03F4-4197-879C-4818E0D5E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52A823-2163-4B64-8E59-06BDB12BB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7B82E-E8DB-46C3-82CA-4C4D0ABCE921}" type="datetime1">
              <a:rPr lang="en-US" smtClean="0"/>
              <a:t>8/7/2025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448012-E15D-4EE7-96CF-5BF8DAB0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7031B2-8388-413D-884A-4CFEBE899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17831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CCC59F-8A51-4877-AA4D-C07CD0193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BB27C0-4293-4902-BFD6-E342F464E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9651EA-0BBA-4F58-B30E-CED6D69D3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7B82E-E8DB-46C3-82CA-4C4D0ABCE921}" type="datetime1">
              <a:rPr lang="en-US" smtClean="0"/>
              <a:t>8/7/2025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6DAB82-172C-44E6-B808-B1E61088B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B5A9F8-9D65-49D6-8B6B-E80A661A5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2677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5F6E31-DEAB-4A91-87E7-F3A4B338B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135FD8-17F7-46D6-88C6-A926173559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EFFBF9D-BC6A-4810-AA01-5373B35674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19A01D9-9CBC-4407-BDBA-17B81266D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7B82E-E8DB-46C3-82CA-4C4D0ABCE921}" type="datetime1">
              <a:rPr lang="en-US" smtClean="0"/>
              <a:t>8/7/2025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FFBC74B-8593-4330-A155-D06988DB4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D63A764-0019-435F-8314-D09CDB45E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66938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181B3-5511-4C19-B573-8B5E04543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04D691-3AF1-4549-9F6C-F2C3D553A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376F41B-3F8B-4BE8-B509-09B6AA547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2B3A8E1-DADB-4BC9-8926-6D2ADCA4A3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0B79428-88ED-4F43-89AC-E9FD8C43C9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7011615-0D0B-485A-B0D8-4204D9217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7B82E-E8DB-46C3-82CA-4C4D0ABCE921}" type="datetime1">
              <a:rPr lang="en-US" smtClean="0"/>
              <a:t>8/7/2025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A42428E-7933-42A8-AC12-E59D7293D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A064EF9-5529-48B8-ACF0-85B6D334B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75193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0CBD93-E6E2-4A46-B365-B82076DB6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8C2C35C-BF18-4E34-9146-CEA396042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7B82E-E8DB-46C3-82CA-4C4D0ABCE921}" type="datetime1">
              <a:rPr lang="en-US" smtClean="0"/>
              <a:t>8/7/2025</a:t>
            </a:fld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4FDB7AE-DADD-4282-AA81-B87055909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525F75C-E552-4F12-9DD0-AA4EAEA80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96643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8C80789-F6AA-43F4-B831-6C7D6A0B6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7B82E-E8DB-46C3-82CA-4C4D0ABCE921}" type="datetime1">
              <a:rPr lang="en-US" smtClean="0"/>
              <a:t>8/7/2025</a:t>
            </a:fld>
            <a:endParaRPr lang="en-US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F263AE1-CCDE-40E2-AF7E-0CC78B81A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214ACB-AEB3-4D51-BDFC-65E15204C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91619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9B3F4B-0A37-4AB0-8FBB-C08B9F92D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2AC82C-4E0B-42E8-8CD0-39244F3A7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A1FA9B1-081D-434E-831F-621130F3C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3AC7174-BC2A-4DE9-91A8-B0363AE98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7B82E-E8DB-46C3-82CA-4C4D0ABCE921}" type="datetime1">
              <a:rPr lang="en-US" smtClean="0"/>
              <a:t>8/7/2025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88AAA6F-63D5-462F-B3D0-B93FC1E71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44D503E-1169-4B93-8A29-2F051CBE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92851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2EBA32-C0EF-4CBF-A9C4-6B77DE3B7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D8028FD-4993-4DF1-8D12-72E9B3AD0A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9281920-CACC-495D-90A2-07E789BB1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EF1B2A6-B9E8-4AA0-A74E-341A228C1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7B82E-E8DB-46C3-82CA-4C4D0ABCE921}" type="datetime1">
              <a:rPr lang="en-US" smtClean="0"/>
              <a:t>8/7/2025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EBB0726-FEEF-4DD7-8B58-E5EF30076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F5F963A-0981-4F35-9F33-520185ECB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21705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94B5C9-143B-4AD4-8F4F-66FA7FA74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39471C1-1E30-4B94-8B41-575C914FE3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1B21A3-976B-4A54-BB25-048298F22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7B82E-E8DB-46C3-82CA-4C4D0ABCE921}" type="datetime1">
              <a:rPr lang="en-US" smtClean="0"/>
              <a:t>8/7/2025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7F2405-F1BE-4EBA-A01A-FCF1775EE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F088FE-0CD5-407D-BADA-F87FE4FA7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8589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8A27695-ECD4-4DFC-AB2E-BFC8657FBD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383DB81-CA1D-4992-A5DA-502C32F080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555594-8075-43F1-A23C-E26855CC8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7B82E-E8DB-46C3-82CA-4C4D0ABCE921}" type="datetime1">
              <a:rPr lang="en-US" smtClean="0"/>
              <a:t>8/7/2025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257F35-6D94-4519-ABDD-DB8584DC0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442BDC-0382-4FE1-A115-F03ABC3C1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95154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F152C17-07D3-4309-8BD3-FAF02F121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EEB2B79-063F-4E57-959B-65E07171C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39FB04-4C1C-4E3C-8D75-F959B7483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7B82E-E8DB-46C3-82CA-4C4D0ABCE921}" type="datetime1">
              <a:rPr lang="en-US" smtClean="0"/>
              <a:t>8/7/2025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D81E27-8438-4B68-96BC-FACFA492D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E430DF-9571-4617-A6CE-0ECE85C509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22274-0FAA-4649-AA4E-4210F4F3216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535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m 41">
            <a:extLst>
              <a:ext uri="{FF2B5EF4-FFF2-40B4-BE49-F238E27FC236}">
                <a16:creationId xmlns:a16="http://schemas.microsoft.com/office/drawing/2014/main" id="{C47DE539-793C-4BE5-BB58-2DCF9A3C86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12192000" cy="6858000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9906000" y="0"/>
                </a:moveTo>
                <a:lnTo>
                  <a:pt x="0" y="0"/>
                </a:lnTo>
                <a:lnTo>
                  <a:pt x="0" y="6858000"/>
                </a:lnTo>
                <a:lnTo>
                  <a:pt x="9906000" y="6858000"/>
                </a:lnTo>
                <a:lnTo>
                  <a:pt x="9906000" y="0"/>
                </a:lnTo>
                <a:close/>
              </a:path>
            </a:pathLst>
          </a:custGeom>
          <a:solidFill>
            <a:srgbClr val="000000">
              <a:alpha val="89804"/>
            </a:srgbClr>
          </a:solidFill>
        </p:spPr>
        <p:txBody>
          <a:bodyPr wrap="square" lIns="0" tIns="0" rIns="0" bIns="0" rtlCol="0"/>
          <a:lstStyle/>
          <a:p>
            <a:endParaRPr sz="1801" dirty="0"/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98275F6C-57D2-42B9-9890-24F331200E62}"/>
              </a:ext>
            </a:extLst>
          </p:cNvPr>
          <p:cNvSpPr txBox="1">
            <a:spLocks/>
          </p:cNvSpPr>
          <p:nvPr/>
        </p:nvSpPr>
        <p:spPr>
          <a:xfrm>
            <a:off x="0" y="6419278"/>
            <a:ext cx="12192000" cy="292480"/>
          </a:xfrm>
          <a:prstGeom prst="rect">
            <a:avLst/>
          </a:prstGeom>
        </p:spPr>
        <p:txBody>
          <a:bodyPr vert="horz" lIns="91440" tIns="45721" rIns="91440" bIns="45721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5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GRUPO MCI</a:t>
            </a:r>
          </a:p>
        </p:txBody>
      </p:sp>
      <p:pic>
        <p:nvPicPr>
          <p:cNvPr id="6" name="Imagem 5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CF04B0DA-BD26-429B-5545-C6C24665FB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734" y="1864374"/>
            <a:ext cx="2690532" cy="269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194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9F5D5DE0-4B90-4094-B31C-A39192759037}"/>
              </a:ext>
            </a:extLst>
          </p:cNvPr>
          <p:cNvSpPr txBox="1">
            <a:spLocks/>
          </p:cNvSpPr>
          <p:nvPr/>
        </p:nvSpPr>
        <p:spPr>
          <a:xfrm>
            <a:off x="2354191" y="10440"/>
            <a:ext cx="8233598" cy="1080000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APRESENTAÇÃO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32F4ABF0-3BD1-4B86-AEB9-DBCFD1E94A0B}"/>
              </a:ext>
            </a:extLst>
          </p:cNvPr>
          <p:cNvCxnSpPr>
            <a:cxnSpLocks/>
          </p:cNvCxnSpPr>
          <p:nvPr/>
        </p:nvCxnSpPr>
        <p:spPr>
          <a:xfrm>
            <a:off x="2486526" y="978568"/>
            <a:ext cx="1941095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92BFB6F0-9A49-4CA5-BB4B-68204A5D6C46}"/>
              </a:ext>
            </a:extLst>
          </p:cNvPr>
          <p:cNvCxnSpPr>
            <a:cxnSpLocks/>
          </p:cNvCxnSpPr>
          <p:nvPr/>
        </p:nvCxnSpPr>
        <p:spPr>
          <a:xfrm>
            <a:off x="4491338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229B305-A385-4BA4-A695-34E3ACE85DEB}"/>
              </a:ext>
            </a:extLst>
          </p:cNvPr>
          <p:cNvCxnSpPr>
            <a:cxnSpLocks/>
          </p:cNvCxnSpPr>
          <p:nvPr/>
        </p:nvCxnSpPr>
        <p:spPr>
          <a:xfrm>
            <a:off x="4793265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E3C56472-1F40-41B2-B3A2-D4C3CEB2A4C9}"/>
              </a:ext>
            </a:extLst>
          </p:cNvPr>
          <p:cNvGrpSpPr/>
          <p:nvPr/>
        </p:nvGrpSpPr>
        <p:grpSpPr>
          <a:xfrm>
            <a:off x="2221755" y="1819581"/>
            <a:ext cx="7748489" cy="3970318"/>
            <a:chOff x="2014490" y="1819581"/>
            <a:chExt cx="7748489" cy="3970318"/>
          </a:xfrm>
        </p:grpSpPr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1C954FB-B080-4BD0-832B-614F997F0C5C}"/>
                </a:ext>
              </a:extLst>
            </p:cNvPr>
            <p:cNvSpPr txBox="1"/>
            <p:nvPr/>
          </p:nvSpPr>
          <p:spPr>
            <a:xfrm>
              <a:off x="2014490" y="1819581"/>
              <a:ext cx="3795467" cy="3970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801">
                  <a:solidFill>
                    <a:srgbClr val="525252"/>
                  </a:solidFill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pPr algn="just"/>
              <a:r>
                <a:rPr lang="pt-BR" sz="1200" dirty="0"/>
                <a:t>Na MCI, oferecemos treinamentos que vão muito além da teoria — eles transformam conhecimento em resultado. Nossos cursos foram desenhados para atender quem está começando, quem quer organizar a vida financeira ou quem já investe e busca consistência no mercado. A jornada começa com o curso de </a:t>
              </a:r>
              <a:r>
                <a:rPr lang="pt-BR" sz="1200" b="1" dirty="0">
                  <a:solidFill>
                    <a:srgbClr val="0070C0"/>
                  </a:solidFill>
                </a:rPr>
                <a:t>Finanças Pessoais e Planejamento Financeiro</a:t>
              </a:r>
              <a:r>
                <a:rPr lang="pt-BR" sz="1200" dirty="0">
                  <a:solidFill>
                    <a:srgbClr val="0070C0"/>
                  </a:solidFill>
                </a:rPr>
                <a:t>, </a:t>
              </a:r>
              <a:r>
                <a:rPr lang="pt-BR" sz="1200" dirty="0"/>
                <a:t>onde o aluno aprende a diagnosticar sua situação, estabelecer metas e usar ferramentas inteligentes para controlar gastos e construir uma reserva. É uma oportunidade de reorganizar completamente a vida financeira com apoio e estratégia.</a:t>
              </a:r>
            </a:p>
            <a:p>
              <a:pPr algn="just"/>
              <a:endParaRPr lang="pt-BR" sz="1200" dirty="0"/>
            </a:p>
            <a:p>
              <a:pPr algn="just"/>
              <a:r>
                <a:rPr lang="pt-BR" sz="1200" dirty="0"/>
                <a:t>O curso de </a:t>
              </a:r>
              <a:r>
                <a:rPr lang="pt-BR" sz="1200" b="1" dirty="0">
                  <a:solidFill>
                    <a:srgbClr val="0070C0"/>
                  </a:solidFill>
                </a:rPr>
                <a:t>Investimentos e Bolsa de Valores</a:t>
              </a:r>
              <a:r>
                <a:rPr lang="pt-BR" sz="1200" dirty="0">
                  <a:solidFill>
                    <a:srgbClr val="0070C0"/>
                  </a:solidFill>
                </a:rPr>
                <a:t> </a:t>
              </a:r>
              <a:r>
                <a:rPr lang="pt-BR" sz="1200" dirty="0"/>
                <a:t>aprenderá a identificar oportunidades no mercado financeiro, avaliar riscos e montar uma carteira sólida com estratégias de renda fixa e variável. Entenda o funcionamento da B3, conheça seus principais ativos</a:t>
              </a:r>
            </a:p>
            <a:p>
              <a:pPr algn="just"/>
              <a:r>
                <a:rPr lang="pt-BR" sz="1200" dirty="0"/>
                <a:t>e torne-se um investidor preparado para alcançar resultados consistentes.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019DB84D-EB10-4504-BBE6-776EE407E7AD}"/>
                </a:ext>
              </a:extLst>
            </p:cNvPr>
            <p:cNvSpPr txBox="1"/>
            <p:nvPr/>
          </p:nvSpPr>
          <p:spPr>
            <a:xfrm>
              <a:off x="5967512" y="1819581"/>
              <a:ext cx="3795467" cy="3785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801">
                  <a:solidFill>
                    <a:srgbClr val="525252"/>
                  </a:solidFill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pPr algn="just"/>
              <a:r>
                <a:rPr lang="pt-BR" sz="1200" dirty="0"/>
                <a:t>Já o programa </a:t>
              </a:r>
              <a:r>
                <a:rPr lang="pt-BR" sz="1200" b="1" dirty="0">
                  <a:solidFill>
                    <a:srgbClr val="0070C0"/>
                  </a:solidFill>
                </a:rPr>
                <a:t>Do Zero ao Lucro</a:t>
              </a:r>
              <a:r>
                <a:rPr lang="pt-BR" sz="1200" dirty="0">
                  <a:solidFill>
                    <a:srgbClr val="0070C0"/>
                  </a:solidFill>
                </a:rPr>
                <a:t> </a:t>
              </a:r>
              <a:r>
                <a:rPr lang="pt-BR" sz="1200" dirty="0">
                  <a:solidFill>
                    <a:srgbClr val="000000"/>
                  </a:solidFill>
                </a:rPr>
                <a:t>p</a:t>
              </a:r>
              <a:r>
                <a:rPr lang="pt-BR" sz="1200" dirty="0"/>
                <a:t>ensado para quem já domina os fundamentos de finanças e investimentos, este curso avançado desenvolve uma mentalidade estratégica e consistente, longe das promessas de ganhos rápidos. Com foco em investimentos de médio e longo prazo, o aluno aprende a construir patrimônio sustentável por meio de análises profundas, estudos de caso, simulações e acompanhamento prático — tornando-se um investidor autônomo, criterioso e lucrativo.</a:t>
              </a:r>
            </a:p>
            <a:p>
              <a:pPr algn="just"/>
              <a:endParaRPr lang="pt-BR" sz="1200" dirty="0"/>
            </a:p>
            <a:p>
              <a:pPr algn="just"/>
              <a:r>
                <a:rPr lang="pt-BR" sz="1200" dirty="0"/>
                <a:t>Com os treinamentos oferecidos pela MCI, o aluno recebe não apenas conteúdo prático e teórico, mas vive uma experiência transformadora no universo dos investimentos com metodologias modernas. Além da certificação que valida suas competências, ele passa a fazer parte de uma comunidade ativa e engajada, e conta com acompanhamento estratégico que o impulsiona rumo à liberdade financeira e à alta performance no mercado.</a:t>
              </a:r>
            </a:p>
          </p:txBody>
        </p:sp>
      </p:grpSp>
      <p:pic>
        <p:nvPicPr>
          <p:cNvPr id="2" name="Imagem 1">
            <a:extLst>
              <a:ext uri="{FF2B5EF4-FFF2-40B4-BE49-F238E27FC236}">
                <a16:creationId xmlns:a16="http://schemas.microsoft.com/office/drawing/2014/main" id="{B7D490B1-71F8-B58D-A64A-5F2A51F56B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15719" y="5786044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473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853EE781-5609-4DEA-BC4B-B738B73EF41E}"/>
              </a:ext>
            </a:extLst>
          </p:cNvPr>
          <p:cNvSpPr/>
          <p:nvPr/>
        </p:nvSpPr>
        <p:spPr>
          <a:xfrm>
            <a:off x="1109409" y="1549626"/>
            <a:ext cx="2498361" cy="378822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1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0C028F5-D25C-CECF-4F8A-33F4C6006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642" y="1549623"/>
            <a:ext cx="2511895" cy="378819"/>
          </a:xfrm>
        </p:spPr>
        <p:txBody>
          <a:bodyPr>
            <a:norm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807CE6B-CE9E-FEBC-9C56-43169BE92B08}"/>
              </a:ext>
            </a:extLst>
          </p:cNvPr>
          <p:cNvSpPr txBox="1"/>
          <p:nvPr/>
        </p:nvSpPr>
        <p:spPr>
          <a:xfrm>
            <a:off x="1109409" y="3724849"/>
            <a:ext cx="249836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Impulsionamos resultados assertivos através da capacitação de profissionais do mercado financeiro cooperativo, para identificar oportunidades e oferecer soluções agregadoras para todos.</a:t>
            </a:r>
          </a:p>
        </p:txBody>
      </p:sp>
      <p:sp>
        <p:nvSpPr>
          <p:cNvPr id="13" name="Retângulo: Cantos Superiores, Um Arredondado e Um Recortado 12">
            <a:extLst>
              <a:ext uri="{FF2B5EF4-FFF2-40B4-BE49-F238E27FC236}">
                <a16:creationId xmlns:a16="http://schemas.microsoft.com/office/drawing/2014/main" id="{14150AB4-2F36-481E-8F4E-330FD5C2FE20}"/>
              </a:ext>
            </a:extLst>
          </p:cNvPr>
          <p:cNvSpPr/>
          <p:nvPr/>
        </p:nvSpPr>
        <p:spPr>
          <a:xfrm rot="10800000" flipH="1">
            <a:off x="1116178" y="1549622"/>
            <a:ext cx="2498360" cy="4329809"/>
          </a:xfrm>
          <a:prstGeom prst="snipRoundRect">
            <a:avLst>
              <a:gd name="adj1" fmla="val 16667"/>
              <a:gd name="adj2" fmla="val 0"/>
            </a:avLst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1"/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9C4B2FE5-C159-4A4E-94D9-E463F1CA122C}"/>
              </a:ext>
            </a:extLst>
          </p:cNvPr>
          <p:cNvCxnSpPr>
            <a:cxnSpLocks/>
          </p:cNvCxnSpPr>
          <p:nvPr/>
        </p:nvCxnSpPr>
        <p:spPr>
          <a:xfrm>
            <a:off x="2486526" y="978568"/>
            <a:ext cx="1941095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9BDD28D6-AAC3-4F08-B95A-185EB00367D0}"/>
              </a:ext>
            </a:extLst>
          </p:cNvPr>
          <p:cNvCxnSpPr>
            <a:cxnSpLocks/>
          </p:cNvCxnSpPr>
          <p:nvPr/>
        </p:nvCxnSpPr>
        <p:spPr>
          <a:xfrm>
            <a:off x="4491338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FA3752BB-EAF8-42DC-BA8B-8B36F3637399}"/>
              </a:ext>
            </a:extLst>
          </p:cNvPr>
          <p:cNvCxnSpPr>
            <a:cxnSpLocks/>
          </p:cNvCxnSpPr>
          <p:nvPr/>
        </p:nvCxnSpPr>
        <p:spPr>
          <a:xfrm>
            <a:off x="4793265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ítulo 1">
            <a:extLst>
              <a:ext uri="{FF2B5EF4-FFF2-40B4-BE49-F238E27FC236}">
                <a16:creationId xmlns:a16="http://schemas.microsoft.com/office/drawing/2014/main" id="{06EFA972-15F6-49EA-AA89-BC6C1DC0FAF3}"/>
              </a:ext>
            </a:extLst>
          </p:cNvPr>
          <p:cNvSpPr txBox="1">
            <a:spLocks/>
          </p:cNvSpPr>
          <p:nvPr/>
        </p:nvSpPr>
        <p:spPr>
          <a:xfrm>
            <a:off x="2354190" y="10440"/>
            <a:ext cx="7920000" cy="1080000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ORIENTAÇÃO ESTRATEGICA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703569D-B979-E138-A7A9-36D26498E2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15719" y="5786044"/>
            <a:ext cx="1080000" cy="1080000"/>
          </a:xfrm>
          <a:prstGeom prst="rect">
            <a:avLst/>
          </a:prstGeom>
        </p:spPr>
      </p:pic>
      <p:pic>
        <p:nvPicPr>
          <p:cNvPr id="8" name="Imagem 7" descr="Ícone&#10;&#10;O conteúdo gerado por IA pode estar incorreto.">
            <a:extLst>
              <a:ext uri="{FF2B5EF4-FFF2-40B4-BE49-F238E27FC236}">
                <a16:creationId xmlns:a16="http://schemas.microsoft.com/office/drawing/2014/main" id="{378EAEC0-D9B2-C975-4093-11DEA44F35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76" t="30560" r="21294" b="19735"/>
          <a:stretch/>
        </p:blipFill>
        <p:spPr>
          <a:xfrm>
            <a:off x="1654422" y="2012859"/>
            <a:ext cx="1664208" cy="1545336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3C2DAA75-937E-B08F-F3D4-4AD9CC855A5C}"/>
              </a:ext>
            </a:extLst>
          </p:cNvPr>
          <p:cNvSpPr/>
          <p:nvPr/>
        </p:nvSpPr>
        <p:spPr>
          <a:xfrm>
            <a:off x="4786496" y="1549626"/>
            <a:ext cx="2498361" cy="378822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1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284B20E2-2F06-900C-8565-AC048AE6B08A}"/>
              </a:ext>
            </a:extLst>
          </p:cNvPr>
          <p:cNvSpPr txBox="1">
            <a:spLocks/>
          </p:cNvSpPr>
          <p:nvPr/>
        </p:nvSpPr>
        <p:spPr>
          <a:xfrm>
            <a:off x="4779729" y="1549623"/>
            <a:ext cx="2511895" cy="3788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7183CF1-5BF7-F069-DD66-BEFFDAEF7AC0}"/>
              </a:ext>
            </a:extLst>
          </p:cNvPr>
          <p:cNvSpPr txBox="1"/>
          <p:nvPr/>
        </p:nvSpPr>
        <p:spPr>
          <a:xfrm>
            <a:off x="4786496" y="3724849"/>
            <a:ext cx="249836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Capacitar profissionais do mercado financeiro para impulsionar negócios e desenvolver relacionamentos sustentáveis.</a:t>
            </a:r>
          </a:p>
        </p:txBody>
      </p:sp>
      <p:sp>
        <p:nvSpPr>
          <p:cNvPr id="14" name="Retângulo: Cantos Superiores, Um Arredondado e Um Recortado 13">
            <a:extLst>
              <a:ext uri="{FF2B5EF4-FFF2-40B4-BE49-F238E27FC236}">
                <a16:creationId xmlns:a16="http://schemas.microsoft.com/office/drawing/2014/main" id="{4A708C6F-3884-8F0A-85E6-DCAAED4B0FC7}"/>
              </a:ext>
            </a:extLst>
          </p:cNvPr>
          <p:cNvSpPr/>
          <p:nvPr/>
        </p:nvSpPr>
        <p:spPr>
          <a:xfrm rot="10800000" flipH="1">
            <a:off x="4793265" y="1549622"/>
            <a:ext cx="2498360" cy="4329809"/>
          </a:xfrm>
          <a:prstGeom prst="snipRoundRect">
            <a:avLst>
              <a:gd name="adj1" fmla="val 16667"/>
              <a:gd name="adj2" fmla="val 0"/>
            </a:avLst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1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F0EC141E-180C-3D61-D736-16BADE8888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19" b="29430"/>
          <a:stretch/>
        </p:blipFill>
        <p:spPr>
          <a:xfrm>
            <a:off x="8688211" y="2210217"/>
            <a:ext cx="1918101" cy="1347978"/>
          </a:xfrm>
          <a:prstGeom prst="rect">
            <a:avLst/>
          </a:prstGeom>
        </p:spPr>
      </p:pic>
      <p:sp>
        <p:nvSpPr>
          <p:cNvPr id="16" name="Retângulo 15">
            <a:extLst>
              <a:ext uri="{FF2B5EF4-FFF2-40B4-BE49-F238E27FC236}">
                <a16:creationId xmlns:a16="http://schemas.microsoft.com/office/drawing/2014/main" id="{A16A3194-E470-45F3-A41F-4BE1EDDC63A5}"/>
              </a:ext>
            </a:extLst>
          </p:cNvPr>
          <p:cNvSpPr/>
          <p:nvPr/>
        </p:nvSpPr>
        <p:spPr>
          <a:xfrm>
            <a:off x="8391313" y="1549626"/>
            <a:ext cx="2498361" cy="378822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1"/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7F00FD21-D20E-45AB-B049-B59A0BD548B3}"/>
              </a:ext>
            </a:extLst>
          </p:cNvPr>
          <p:cNvSpPr txBox="1">
            <a:spLocks/>
          </p:cNvSpPr>
          <p:nvPr/>
        </p:nvSpPr>
        <p:spPr>
          <a:xfrm>
            <a:off x="8384546" y="1549623"/>
            <a:ext cx="2511895" cy="3788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VALORES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A58D6F6-44F2-E5FD-01A2-9DEF72681CEB}"/>
              </a:ext>
            </a:extLst>
          </p:cNvPr>
          <p:cNvSpPr txBox="1"/>
          <p:nvPr/>
        </p:nvSpPr>
        <p:spPr>
          <a:xfrm>
            <a:off x="8391313" y="3724849"/>
            <a:ext cx="249836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Transparência; Engajamento; Praticidade e objetividade; Desenvolvimento das pessoas e Comprometimento com os resultados.</a:t>
            </a:r>
          </a:p>
        </p:txBody>
      </p:sp>
      <p:sp>
        <p:nvSpPr>
          <p:cNvPr id="20" name="Retângulo: Cantos Superiores, Um Arredondado e Um Recortado 19">
            <a:extLst>
              <a:ext uri="{FF2B5EF4-FFF2-40B4-BE49-F238E27FC236}">
                <a16:creationId xmlns:a16="http://schemas.microsoft.com/office/drawing/2014/main" id="{E680E493-1849-FB04-96F2-FB79F9810860}"/>
              </a:ext>
            </a:extLst>
          </p:cNvPr>
          <p:cNvSpPr/>
          <p:nvPr/>
        </p:nvSpPr>
        <p:spPr>
          <a:xfrm rot="10800000" flipH="1">
            <a:off x="8398082" y="1549622"/>
            <a:ext cx="2498360" cy="4329809"/>
          </a:xfrm>
          <a:prstGeom prst="snipRoundRect">
            <a:avLst>
              <a:gd name="adj1" fmla="val 16667"/>
              <a:gd name="adj2" fmla="val 0"/>
            </a:avLst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1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5B524B9F-D393-7A1B-9C58-E5B188B23D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57" t="34061" r="11029" b="32303"/>
          <a:stretch/>
        </p:blipFill>
        <p:spPr>
          <a:xfrm>
            <a:off x="5156360" y="2222796"/>
            <a:ext cx="1879280" cy="1257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079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m 41">
            <a:extLst>
              <a:ext uri="{FF2B5EF4-FFF2-40B4-BE49-F238E27FC236}">
                <a16:creationId xmlns:a16="http://schemas.microsoft.com/office/drawing/2014/main" id="{C47DE539-793C-4BE5-BB58-2DCF9A3C86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12192000" cy="6858000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0" y="2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9906000" y="0"/>
                </a:moveTo>
                <a:lnTo>
                  <a:pt x="0" y="0"/>
                </a:lnTo>
                <a:lnTo>
                  <a:pt x="0" y="6858000"/>
                </a:lnTo>
                <a:lnTo>
                  <a:pt x="9906000" y="6858000"/>
                </a:lnTo>
                <a:lnTo>
                  <a:pt x="9906000" y="0"/>
                </a:lnTo>
                <a:close/>
              </a:path>
            </a:pathLst>
          </a:custGeom>
          <a:solidFill>
            <a:srgbClr val="000000">
              <a:alpha val="89804"/>
            </a:srgbClr>
          </a:solidFill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3" name="object 3"/>
          <p:cNvSpPr/>
          <p:nvPr/>
        </p:nvSpPr>
        <p:spPr>
          <a:xfrm>
            <a:off x="1786890" y="2379424"/>
            <a:ext cx="45719" cy="619760"/>
          </a:xfrm>
          <a:custGeom>
            <a:avLst/>
            <a:gdLst/>
            <a:ahLst/>
            <a:cxnLst/>
            <a:rect l="l" t="t" r="r" b="b"/>
            <a:pathLst>
              <a:path h="619760">
                <a:moveTo>
                  <a:pt x="0" y="0"/>
                </a:moveTo>
                <a:lnTo>
                  <a:pt x="0" y="619506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4" name="object 4"/>
          <p:cNvSpPr txBox="1"/>
          <p:nvPr/>
        </p:nvSpPr>
        <p:spPr>
          <a:xfrm>
            <a:off x="2048661" y="2463632"/>
            <a:ext cx="9810405" cy="47910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defPPr>
              <a:defRPr lang="en-US"/>
            </a:defPPr>
            <a:lvl1pPr marL="12700">
              <a:spcBef>
                <a:spcPts val="135"/>
              </a:spcBef>
              <a:defRPr sz="3000" spc="90">
                <a:solidFill>
                  <a:srgbClr val="FFFFFF"/>
                </a:solidFill>
                <a:latin typeface="Segoe UI"/>
                <a:cs typeface="Segoe UI"/>
              </a:defRPr>
            </a:lvl1pPr>
          </a:lstStyle>
          <a:p>
            <a:r>
              <a:rPr lang="pt-BR" sz="3001" dirty="0"/>
              <a:t>FINANÇAS PESSOAIS E PLANEJAMENTO FINANCEIRO</a:t>
            </a:r>
          </a:p>
        </p:txBody>
      </p: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7B218EDD-55D8-482B-A501-27D6CB9D6AD5}"/>
              </a:ext>
            </a:extLst>
          </p:cNvPr>
          <p:cNvCxnSpPr>
            <a:cxnSpLocks/>
          </p:cNvCxnSpPr>
          <p:nvPr/>
        </p:nvCxnSpPr>
        <p:spPr>
          <a:xfrm>
            <a:off x="2486526" y="978568"/>
            <a:ext cx="1941095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bject 3">
            <a:extLst>
              <a:ext uri="{FF2B5EF4-FFF2-40B4-BE49-F238E27FC236}">
                <a16:creationId xmlns:a16="http://schemas.microsoft.com/office/drawing/2014/main" id="{61D78FA7-00BF-481C-BA89-E32C89576F93}"/>
              </a:ext>
            </a:extLst>
          </p:cNvPr>
          <p:cNvSpPr/>
          <p:nvPr/>
        </p:nvSpPr>
        <p:spPr>
          <a:xfrm>
            <a:off x="1786890" y="3273783"/>
            <a:ext cx="45719" cy="619760"/>
          </a:xfrm>
          <a:custGeom>
            <a:avLst/>
            <a:gdLst/>
            <a:ahLst/>
            <a:cxnLst/>
            <a:rect l="l" t="t" r="r" b="b"/>
            <a:pathLst>
              <a:path h="619760">
                <a:moveTo>
                  <a:pt x="0" y="0"/>
                </a:moveTo>
                <a:lnTo>
                  <a:pt x="0" y="619506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61FA86CF-1EC4-4245-BE18-4EB7E1F7C858}"/>
              </a:ext>
            </a:extLst>
          </p:cNvPr>
          <p:cNvSpPr txBox="1"/>
          <p:nvPr/>
        </p:nvSpPr>
        <p:spPr>
          <a:xfrm>
            <a:off x="2048661" y="3357991"/>
            <a:ext cx="9810405" cy="47910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defPPr>
              <a:defRPr lang="en-US"/>
            </a:defPPr>
            <a:lvl1pPr marL="12700">
              <a:spcBef>
                <a:spcPts val="135"/>
              </a:spcBef>
              <a:defRPr sz="3000" spc="90">
                <a:solidFill>
                  <a:srgbClr val="FFFFFF"/>
                </a:solidFill>
                <a:latin typeface="Segoe UI"/>
                <a:cs typeface="Segoe UI"/>
              </a:defRPr>
            </a:lvl1pPr>
          </a:lstStyle>
          <a:p>
            <a:r>
              <a:rPr lang="pt-BR" sz="3001" dirty="0"/>
              <a:t>INVESTIMENTOS E BOLSA DE VALORES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105A8088-8B10-4C5B-8E91-5D0D8DB366A1}"/>
              </a:ext>
            </a:extLst>
          </p:cNvPr>
          <p:cNvSpPr/>
          <p:nvPr/>
        </p:nvSpPr>
        <p:spPr>
          <a:xfrm>
            <a:off x="1786890" y="4160508"/>
            <a:ext cx="45719" cy="619760"/>
          </a:xfrm>
          <a:custGeom>
            <a:avLst/>
            <a:gdLst/>
            <a:ahLst/>
            <a:cxnLst/>
            <a:rect l="l" t="t" r="r" b="b"/>
            <a:pathLst>
              <a:path h="619760">
                <a:moveTo>
                  <a:pt x="0" y="0"/>
                </a:moveTo>
                <a:lnTo>
                  <a:pt x="0" y="619506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55736D32-5015-499F-9DE4-199C2A763B1D}"/>
              </a:ext>
            </a:extLst>
          </p:cNvPr>
          <p:cNvSpPr txBox="1"/>
          <p:nvPr/>
        </p:nvSpPr>
        <p:spPr>
          <a:xfrm>
            <a:off x="2048661" y="4244718"/>
            <a:ext cx="9810405" cy="47910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defPPr>
              <a:defRPr lang="en-US"/>
            </a:defPPr>
            <a:lvl1pPr marL="12700">
              <a:spcBef>
                <a:spcPts val="135"/>
              </a:spcBef>
              <a:defRPr sz="3000" spc="90">
                <a:solidFill>
                  <a:srgbClr val="FFFFFF"/>
                </a:solidFill>
                <a:latin typeface="Segoe UI"/>
                <a:cs typeface="Segoe UI"/>
              </a:defRPr>
            </a:lvl1pPr>
          </a:lstStyle>
          <a:p>
            <a:r>
              <a:rPr lang="pt-BR" sz="3001" dirty="0"/>
              <a:t>DO ZERO AO LUCRO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78453EE8-684D-464D-9914-02B12B96C960}"/>
              </a:ext>
            </a:extLst>
          </p:cNvPr>
          <p:cNvCxnSpPr>
            <a:cxnSpLocks/>
          </p:cNvCxnSpPr>
          <p:nvPr/>
        </p:nvCxnSpPr>
        <p:spPr>
          <a:xfrm>
            <a:off x="2486526" y="978568"/>
            <a:ext cx="1941095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B81C251B-1388-4A5E-A539-677D6599A2B6}"/>
              </a:ext>
            </a:extLst>
          </p:cNvPr>
          <p:cNvCxnSpPr>
            <a:cxnSpLocks/>
          </p:cNvCxnSpPr>
          <p:nvPr/>
        </p:nvCxnSpPr>
        <p:spPr>
          <a:xfrm>
            <a:off x="4491338" y="978568"/>
            <a:ext cx="227316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A94AC937-FB60-4206-9882-4EF7ABB2B038}"/>
              </a:ext>
            </a:extLst>
          </p:cNvPr>
          <p:cNvCxnSpPr>
            <a:cxnSpLocks/>
          </p:cNvCxnSpPr>
          <p:nvPr/>
        </p:nvCxnSpPr>
        <p:spPr>
          <a:xfrm>
            <a:off x="4793265" y="978568"/>
            <a:ext cx="227316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ítulo 1">
            <a:extLst>
              <a:ext uri="{FF2B5EF4-FFF2-40B4-BE49-F238E27FC236}">
                <a16:creationId xmlns:a16="http://schemas.microsoft.com/office/drawing/2014/main" id="{5581E721-A032-4741-8326-84B064CFEC88}"/>
              </a:ext>
            </a:extLst>
          </p:cNvPr>
          <p:cNvSpPr txBox="1">
            <a:spLocks/>
          </p:cNvSpPr>
          <p:nvPr/>
        </p:nvSpPr>
        <p:spPr>
          <a:xfrm>
            <a:off x="2354190" y="10440"/>
            <a:ext cx="7920000" cy="1080000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TREINAMENTOS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A0C29B6-F55E-8B82-F156-A9ACA45EAC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15719" y="5786044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1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m 41">
            <a:extLst>
              <a:ext uri="{FF2B5EF4-FFF2-40B4-BE49-F238E27FC236}">
                <a16:creationId xmlns:a16="http://schemas.microsoft.com/office/drawing/2014/main" id="{C47DE539-793C-4BE5-BB58-2DCF9A3C86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12192000" cy="6858000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0" y="2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9906000" y="0"/>
                </a:moveTo>
                <a:lnTo>
                  <a:pt x="0" y="0"/>
                </a:lnTo>
                <a:lnTo>
                  <a:pt x="0" y="6858000"/>
                </a:lnTo>
                <a:lnTo>
                  <a:pt x="9906000" y="6858000"/>
                </a:lnTo>
                <a:lnTo>
                  <a:pt x="9906000" y="0"/>
                </a:lnTo>
                <a:close/>
              </a:path>
            </a:pathLst>
          </a:custGeom>
          <a:solidFill>
            <a:srgbClr val="000000">
              <a:alpha val="89804"/>
            </a:srgbClr>
          </a:solidFill>
        </p:spPr>
        <p:txBody>
          <a:bodyPr wrap="square" lIns="0" tIns="0" rIns="0" bIns="0" rtlCol="0"/>
          <a:lstStyle/>
          <a:p>
            <a:endParaRPr sz="1801" dirty="0"/>
          </a:p>
        </p:txBody>
      </p:sp>
      <p:sp>
        <p:nvSpPr>
          <p:cNvPr id="3" name="object 3"/>
          <p:cNvSpPr/>
          <p:nvPr/>
        </p:nvSpPr>
        <p:spPr>
          <a:xfrm>
            <a:off x="1786890" y="3134272"/>
            <a:ext cx="45719" cy="619760"/>
          </a:xfrm>
          <a:custGeom>
            <a:avLst/>
            <a:gdLst/>
            <a:ahLst/>
            <a:cxnLst/>
            <a:rect l="l" t="t" r="r" b="b"/>
            <a:pathLst>
              <a:path h="619760">
                <a:moveTo>
                  <a:pt x="0" y="0"/>
                </a:moveTo>
                <a:lnTo>
                  <a:pt x="0" y="619506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4" name="object 4"/>
          <p:cNvSpPr txBox="1"/>
          <p:nvPr/>
        </p:nvSpPr>
        <p:spPr>
          <a:xfrm>
            <a:off x="2048661" y="3204599"/>
            <a:ext cx="9919427" cy="47910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defPPr>
              <a:defRPr lang="en-US"/>
            </a:defPPr>
            <a:lvl1pPr marL="12700">
              <a:spcBef>
                <a:spcPts val="135"/>
              </a:spcBef>
              <a:defRPr sz="3000" spc="90">
                <a:solidFill>
                  <a:srgbClr val="FFFFFF"/>
                </a:solidFill>
                <a:latin typeface="Segoe UI"/>
                <a:cs typeface="Segoe UI"/>
              </a:defRPr>
            </a:lvl1pPr>
          </a:lstStyle>
          <a:p>
            <a:r>
              <a:rPr lang="pt-BR" sz="3001" dirty="0"/>
              <a:t>FINANÇAS PESSOAIS E PLANEJAMENTO FINANCEIRO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A7B0C01-4800-C385-9937-70B4DF22B1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15719" y="5786044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946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E3161656-1C35-4DAA-BE6A-8EF563DAC9DB}"/>
              </a:ext>
            </a:extLst>
          </p:cNvPr>
          <p:cNvCxnSpPr>
            <a:cxnSpLocks/>
          </p:cNvCxnSpPr>
          <p:nvPr/>
        </p:nvCxnSpPr>
        <p:spPr>
          <a:xfrm>
            <a:off x="1206366" y="978568"/>
            <a:ext cx="1941095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C7C20ACA-DA2E-4371-8548-9F81844AC463}"/>
              </a:ext>
            </a:extLst>
          </p:cNvPr>
          <p:cNvCxnSpPr>
            <a:cxnSpLocks/>
          </p:cNvCxnSpPr>
          <p:nvPr/>
        </p:nvCxnSpPr>
        <p:spPr>
          <a:xfrm>
            <a:off x="3211178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78A628D6-CEA6-45BA-A8F9-D9F9895239B3}"/>
              </a:ext>
            </a:extLst>
          </p:cNvPr>
          <p:cNvCxnSpPr>
            <a:cxnSpLocks/>
          </p:cNvCxnSpPr>
          <p:nvPr/>
        </p:nvCxnSpPr>
        <p:spPr>
          <a:xfrm>
            <a:off x="3513105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ítulo 1">
            <a:extLst>
              <a:ext uri="{FF2B5EF4-FFF2-40B4-BE49-F238E27FC236}">
                <a16:creationId xmlns:a16="http://schemas.microsoft.com/office/drawing/2014/main" id="{86AC9277-ED4F-47F7-96ED-1D8C7920FAE4}"/>
              </a:ext>
            </a:extLst>
          </p:cNvPr>
          <p:cNvSpPr txBox="1">
            <a:spLocks/>
          </p:cNvSpPr>
          <p:nvPr/>
        </p:nvSpPr>
        <p:spPr>
          <a:xfrm>
            <a:off x="1074030" y="10440"/>
            <a:ext cx="11629096" cy="1080000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FINANÇAS PESSOAIS E PLANEJ. FINANCEIRO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77CFF86-CA7C-9877-13C0-9DDED7702483}"/>
              </a:ext>
            </a:extLst>
          </p:cNvPr>
          <p:cNvSpPr txBox="1"/>
          <p:nvPr/>
        </p:nvSpPr>
        <p:spPr>
          <a:xfrm>
            <a:off x="2520372" y="4615066"/>
            <a:ext cx="184731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sz="180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807CE6B-CE9E-FEBC-9C56-43169BE92B08}"/>
              </a:ext>
            </a:extLst>
          </p:cNvPr>
          <p:cNvSpPr txBox="1"/>
          <p:nvPr/>
        </p:nvSpPr>
        <p:spPr>
          <a:xfrm>
            <a:off x="1806822" y="3992662"/>
            <a:ext cx="4555878" cy="1477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l"/>
            <a:r>
              <a:rPr lang="pt-BR" sz="1801" dirty="0">
                <a:solidFill>
                  <a:srgbClr val="525252"/>
                </a:solidFill>
              </a:rPr>
              <a:t>Conteúdo acessível e prático.</a:t>
            </a:r>
          </a:p>
          <a:p>
            <a:pPr marL="342900" indent="-342900" algn="l">
              <a:buFontTx/>
              <a:buChar char="-"/>
            </a:pPr>
            <a:endParaRPr lang="pt-BR" sz="1801" dirty="0">
              <a:solidFill>
                <a:srgbClr val="525252"/>
              </a:solidFill>
            </a:endParaRPr>
          </a:p>
          <a:p>
            <a:pPr algn="l"/>
            <a:r>
              <a:rPr lang="pt-BR" sz="1801" dirty="0">
                <a:solidFill>
                  <a:srgbClr val="525252"/>
                </a:solidFill>
              </a:rPr>
              <a:t>Ferramentas de organização financeira.</a:t>
            </a:r>
          </a:p>
          <a:p>
            <a:pPr algn="l"/>
            <a:endParaRPr lang="pt-BR" sz="1801" dirty="0">
              <a:solidFill>
                <a:srgbClr val="525252"/>
              </a:solidFill>
            </a:endParaRPr>
          </a:p>
          <a:p>
            <a:pPr algn="l"/>
            <a:r>
              <a:rPr lang="pt-BR" sz="1801" dirty="0">
                <a:solidFill>
                  <a:srgbClr val="525252"/>
                </a:solidFill>
              </a:rPr>
              <a:t>Exercícios aplicados à realidade do aluno.</a:t>
            </a:r>
          </a:p>
        </p:txBody>
      </p:sp>
      <p:sp>
        <p:nvSpPr>
          <p:cNvPr id="8" name="object 13">
            <a:extLst>
              <a:ext uri="{FF2B5EF4-FFF2-40B4-BE49-F238E27FC236}">
                <a16:creationId xmlns:a16="http://schemas.microsoft.com/office/drawing/2014/main" id="{B684A3E9-09F8-4201-AB78-6E4CC0B4299B}"/>
              </a:ext>
            </a:extLst>
          </p:cNvPr>
          <p:cNvSpPr/>
          <p:nvPr/>
        </p:nvSpPr>
        <p:spPr>
          <a:xfrm>
            <a:off x="1493446" y="4053645"/>
            <a:ext cx="262255" cy="262255"/>
          </a:xfrm>
          <a:custGeom>
            <a:avLst/>
            <a:gdLst/>
            <a:ahLst/>
            <a:cxnLst/>
            <a:rect l="l" t="t" r="r" b="b"/>
            <a:pathLst>
              <a:path w="262255" h="262255">
                <a:moveTo>
                  <a:pt x="130695" y="0"/>
                </a:moveTo>
                <a:lnTo>
                  <a:pt x="79884" y="10304"/>
                </a:lnTo>
                <a:lnTo>
                  <a:pt x="38334" y="38433"/>
                </a:lnTo>
                <a:lnTo>
                  <a:pt x="10291" y="80206"/>
                </a:lnTo>
                <a:lnTo>
                  <a:pt x="0" y="131445"/>
                </a:lnTo>
                <a:lnTo>
                  <a:pt x="10291" y="182243"/>
                </a:lnTo>
                <a:lnTo>
                  <a:pt x="38334" y="223789"/>
                </a:lnTo>
                <a:lnTo>
                  <a:pt x="79884" y="251835"/>
                </a:lnTo>
                <a:lnTo>
                  <a:pt x="130695" y="262127"/>
                </a:lnTo>
                <a:lnTo>
                  <a:pt x="181932" y="251835"/>
                </a:lnTo>
                <a:lnTo>
                  <a:pt x="184382" y="250189"/>
                </a:lnTo>
                <a:lnTo>
                  <a:pt x="130695" y="250189"/>
                </a:lnTo>
                <a:lnTo>
                  <a:pt x="84560" y="240815"/>
                </a:lnTo>
                <a:lnTo>
                  <a:pt x="46783" y="215296"/>
                </a:lnTo>
                <a:lnTo>
                  <a:pt x="21260" y="177538"/>
                </a:lnTo>
                <a:lnTo>
                  <a:pt x="11887" y="131445"/>
                </a:lnTo>
                <a:lnTo>
                  <a:pt x="21260" y="84911"/>
                </a:lnTo>
                <a:lnTo>
                  <a:pt x="46783" y="46926"/>
                </a:lnTo>
                <a:lnTo>
                  <a:pt x="84560" y="21324"/>
                </a:lnTo>
                <a:lnTo>
                  <a:pt x="130695" y="11937"/>
                </a:lnTo>
                <a:lnTo>
                  <a:pt x="184836" y="11937"/>
                </a:lnTo>
                <a:lnTo>
                  <a:pt x="182210" y="10493"/>
                </a:lnTo>
                <a:lnTo>
                  <a:pt x="157323" y="2704"/>
                </a:lnTo>
                <a:lnTo>
                  <a:pt x="130695" y="0"/>
                </a:lnTo>
                <a:close/>
              </a:path>
              <a:path w="262255" h="262255">
                <a:moveTo>
                  <a:pt x="248767" y="78739"/>
                </a:moveTo>
                <a:lnTo>
                  <a:pt x="245046" y="78739"/>
                </a:lnTo>
                <a:lnTo>
                  <a:pt x="242824" y="80899"/>
                </a:lnTo>
                <a:lnTo>
                  <a:pt x="241338" y="82423"/>
                </a:lnTo>
                <a:lnTo>
                  <a:pt x="240588" y="85344"/>
                </a:lnTo>
                <a:lnTo>
                  <a:pt x="241338" y="86868"/>
                </a:lnTo>
                <a:lnTo>
                  <a:pt x="245236" y="97583"/>
                </a:lnTo>
                <a:lnTo>
                  <a:pt x="248018" y="108585"/>
                </a:lnTo>
                <a:lnTo>
                  <a:pt x="249685" y="119872"/>
                </a:lnTo>
                <a:lnTo>
                  <a:pt x="250240" y="131445"/>
                </a:lnTo>
                <a:lnTo>
                  <a:pt x="240855" y="177538"/>
                </a:lnTo>
                <a:lnTo>
                  <a:pt x="215252" y="215296"/>
                </a:lnTo>
                <a:lnTo>
                  <a:pt x="177256" y="240815"/>
                </a:lnTo>
                <a:lnTo>
                  <a:pt x="130695" y="250189"/>
                </a:lnTo>
                <a:lnTo>
                  <a:pt x="184382" y="250189"/>
                </a:lnTo>
                <a:lnTo>
                  <a:pt x="223700" y="223789"/>
                </a:lnTo>
                <a:lnTo>
                  <a:pt x="251825" y="182243"/>
                </a:lnTo>
                <a:lnTo>
                  <a:pt x="262128" y="131445"/>
                </a:lnTo>
                <a:lnTo>
                  <a:pt x="261467" y="118760"/>
                </a:lnTo>
                <a:lnTo>
                  <a:pt x="259622" y="106457"/>
                </a:lnTo>
                <a:lnTo>
                  <a:pt x="256802" y="94583"/>
                </a:lnTo>
                <a:lnTo>
                  <a:pt x="253212" y="83185"/>
                </a:lnTo>
                <a:lnTo>
                  <a:pt x="252475" y="82423"/>
                </a:lnTo>
                <a:lnTo>
                  <a:pt x="252475" y="81661"/>
                </a:lnTo>
                <a:lnTo>
                  <a:pt x="251726" y="80899"/>
                </a:lnTo>
                <a:lnTo>
                  <a:pt x="248767" y="78739"/>
                </a:lnTo>
                <a:close/>
              </a:path>
              <a:path w="262255" h="262255">
                <a:moveTo>
                  <a:pt x="72770" y="107696"/>
                </a:moveTo>
                <a:lnTo>
                  <a:pt x="67576" y="107696"/>
                </a:lnTo>
                <a:lnTo>
                  <a:pt x="65341" y="109855"/>
                </a:lnTo>
                <a:lnTo>
                  <a:pt x="65341" y="115062"/>
                </a:lnTo>
                <a:lnTo>
                  <a:pt x="66090" y="116586"/>
                </a:lnTo>
                <a:lnTo>
                  <a:pt x="126237" y="177419"/>
                </a:lnTo>
                <a:lnTo>
                  <a:pt x="129209" y="178943"/>
                </a:lnTo>
                <a:lnTo>
                  <a:pt x="132181" y="178943"/>
                </a:lnTo>
                <a:lnTo>
                  <a:pt x="133667" y="178181"/>
                </a:lnTo>
                <a:lnTo>
                  <a:pt x="135153" y="176784"/>
                </a:lnTo>
                <a:lnTo>
                  <a:pt x="147302" y="164084"/>
                </a:lnTo>
                <a:lnTo>
                  <a:pt x="130695" y="164084"/>
                </a:lnTo>
                <a:lnTo>
                  <a:pt x="75742" y="109220"/>
                </a:lnTo>
                <a:lnTo>
                  <a:pt x="72770" y="107696"/>
                </a:lnTo>
                <a:close/>
              </a:path>
              <a:path w="262255" h="262255">
                <a:moveTo>
                  <a:pt x="259156" y="35687"/>
                </a:moveTo>
                <a:lnTo>
                  <a:pt x="253961" y="35687"/>
                </a:lnTo>
                <a:lnTo>
                  <a:pt x="252475" y="36449"/>
                </a:lnTo>
                <a:lnTo>
                  <a:pt x="251726" y="37846"/>
                </a:lnTo>
                <a:lnTo>
                  <a:pt x="236143" y="53466"/>
                </a:lnTo>
                <a:lnTo>
                  <a:pt x="227965" y="62357"/>
                </a:lnTo>
                <a:lnTo>
                  <a:pt x="130695" y="164084"/>
                </a:lnTo>
                <a:lnTo>
                  <a:pt x="147302" y="164084"/>
                </a:lnTo>
                <a:lnTo>
                  <a:pt x="234657" y="72771"/>
                </a:lnTo>
                <a:lnTo>
                  <a:pt x="243560" y="63881"/>
                </a:lnTo>
                <a:lnTo>
                  <a:pt x="242824" y="63881"/>
                </a:lnTo>
                <a:lnTo>
                  <a:pt x="260642" y="46100"/>
                </a:lnTo>
                <a:lnTo>
                  <a:pt x="262128" y="43052"/>
                </a:lnTo>
                <a:lnTo>
                  <a:pt x="262128" y="38608"/>
                </a:lnTo>
                <a:lnTo>
                  <a:pt x="259156" y="35687"/>
                </a:lnTo>
                <a:close/>
              </a:path>
              <a:path w="262255" h="262255">
                <a:moveTo>
                  <a:pt x="184836" y="11937"/>
                </a:moveTo>
                <a:lnTo>
                  <a:pt x="130695" y="11937"/>
                </a:lnTo>
                <a:lnTo>
                  <a:pt x="155428" y="14487"/>
                </a:lnTo>
                <a:lnTo>
                  <a:pt x="178214" y="21764"/>
                </a:lnTo>
                <a:lnTo>
                  <a:pt x="198773" y="33208"/>
                </a:lnTo>
                <a:lnTo>
                  <a:pt x="216827" y="48260"/>
                </a:lnTo>
                <a:lnTo>
                  <a:pt x="219062" y="50546"/>
                </a:lnTo>
                <a:lnTo>
                  <a:pt x="222770" y="50546"/>
                </a:lnTo>
                <a:lnTo>
                  <a:pt x="224993" y="48260"/>
                </a:lnTo>
                <a:lnTo>
                  <a:pt x="227228" y="46100"/>
                </a:lnTo>
                <a:lnTo>
                  <a:pt x="227228" y="42290"/>
                </a:lnTo>
                <a:lnTo>
                  <a:pt x="224993" y="40132"/>
                </a:lnTo>
                <a:lnTo>
                  <a:pt x="224256" y="39370"/>
                </a:lnTo>
                <a:lnTo>
                  <a:pt x="204729" y="22877"/>
                </a:lnTo>
                <a:lnTo>
                  <a:pt x="184836" y="11937"/>
                </a:lnTo>
                <a:close/>
              </a:path>
            </a:pathLst>
          </a:custGeom>
          <a:solidFill>
            <a:srgbClr val="18B49B"/>
          </a:solidFill>
          <a:ln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10" name="object 13">
            <a:extLst>
              <a:ext uri="{FF2B5EF4-FFF2-40B4-BE49-F238E27FC236}">
                <a16:creationId xmlns:a16="http://schemas.microsoft.com/office/drawing/2014/main" id="{006981B3-7B5A-4F2A-B0A1-07F8300A05F0}"/>
              </a:ext>
            </a:extLst>
          </p:cNvPr>
          <p:cNvSpPr/>
          <p:nvPr/>
        </p:nvSpPr>
        <p:spPr>
          <a:xfrm>
            <a:off x="1493446" y="4606539"/>
            <a:ext cx="262255" cy="262255"/>
          </a:xfrm>
          <a:custGeom>
            <a:avLst/>
            <a:gdLst/>
            <a:ahLst/>
            <a:cxnLst/>
            <a:rect l="l" t="t" r="r" b="b"/>
            <a:pathLst>
              <a:path w="262255" h="262255">
                <a:moveTo>
                  <a:pt x="130695" y="0"/>
                </a:moveTo>
                <a:lnTo>
                  <a:pt x="79884" y="10304"/>
                </a:lnTo>
                <a:lnTo>
                  <a:pt x="38334" y="38433"/>
                </a:lnTo>
                <a:lnTo>
                  <a:pt x="10291" y="80206"/>
                </a:lnTo>
                <a:lnTo>
                  <a:pt x="0" y="131445"/>
                </a:lnTo>
                <a:lnTo>
                  <a:pt x="10291" y="182243"/>
                </a:lnTo>
                <a:lnTo>
                  <a:pt x="38334" y="223789"/>
                </a:lnTo>
                <a:lnTo>
                  <a:pt x="79884" y="251835"/>
                </a:lnTo>
                <a:lnTo>
                  <a:pt x="130695" y="262127"/>
                </a:lnTo>
                <a:lnTo>
                  <a:pt x="181932" y="251835"/>
                </a:lnTo>
                <a:lnTo>
                  <a:pt x="184382" y="250189"/>
                </a:lnTo>
                <a:lnTo>
                  <a:pt x="130695" y="250189"/>
                </a:lnTo>
                <a:lnTo>
                  <a:pt x="84560" y="240815"/>
                </a:lnTo>
                <a:lnTo>
                  <a:pt x="46783" y="215296"/>
                </a:lnTo>
                <a:lnTo>
                  <a:pt x="21260" y="177538"/>
                </a:lnTo>
                <a:lnTo>
                  <a:pt x="11887" y="131445"/>
                </a:lnTo>
                <a:lnTo>
                  <a:pt x="21260" y="84911"/>
                </a:lnTo>
                <a:lnTo>
                  <a:pt x="46783" y="46926"/>
                </a:lnTo>
                <a:lnTo>
                  <a:pt x="84560" y="21324"/>
                </a:lnTo>
                <a:lnTo>
                  <a:pt x="130695" y="11937"/>
                </a:lnTo>
                <a:lnTo>
                  <a:pt x="184836" y="11937"/>
                </a:lnTo>
                <a:lnTo>
                  <a:pt x="182210" y="10493"/>
                </a:lnTo>
                <a:lnTo>
                  <a:pt x="157323" y="2704"/>
                </a:lnTo>
                <a:lnTo>
                  <a:pt x="130695" y="0"/>
                </a:lnTo>
                <a:close/>
              </a:path>
              <a:path w="262255" h="262255">
                <a:moveTo>
                  <a:pt x="248767" y="78739"/>
                </a:moveTo>
                <a:lnTo>
                  <a:pt x="245046" y="78739"/>
                </a:lnTo>
                <a:lnTo>
                  <a:pt x="242824" y="80899"/>
                </a:lnTo>
                <a:lnTo>
                  <a:pt x="241338" y="82423"/>
                </a:lnTo>
                <a:lnTo>
                  <a:pt x="240588" y="85344"/>
                </a:lnTo>
                <a:lnTo>
                  <a:pt x="241338" y="86868"/>
                </a:lnTo>
                <a:lnTo>
                  <a:pt x="245236" y="97583"/>
                </a:lnTo>
                <a:lnTo>
                  <a:pt x="248018" y="108585"/>
                </a:lnTo>
                <a:lnTo>
                  <a:pt x="249685" y="119872"/>
                </a:lnTo>
                <a:lnTo>
                  <a:pt x="250240" y="131445"/>
                </a:lnTo>
                <a:lnTo>
                  <a:pt x="240855" y="177538"/>
                </a:lnTo>
                <a:lnTo>
                  <a:pt x="215252" y="215296"/>
                </a:lnTo>
                <a:lnTo>
                  <a:pt x="177256" y="240815"/>
                </a:lnTo>
                <a:lnTo>
                  <a:pt x="130695" y="250189"/>
                </a:lnTo>
                <a:lnTo>
                  <a:pt x="184382" y="250189"/>
                </a:lnTo>
                <a:lnTo>
                  <a:pt x="223700" y="223789"/>
                </a:lnTo>
                <a:lnTo>
                  <a:pt x="251825" y="182243"/>
                </a:lnTo>
                <a:lnTo>
                  <a:pt x="262128" y="131445"/>
                </a:lnTo>
                <a:lnTo>
                  <a:pt x="261467" y="118760"/>
                </a:lnTo>
                <a:lnTo>
                  <a:pt x="259622" y="106457"/>
                </a:lnTo>
                <a:lnTo>
                  <a:pt x="256802" y="94583"/>
                </a:lnTo>
                <a:lnTo>
                  <a:pt x="253212" y="83185"/>
                </a:lnTo>
                <a:lnTo>
                  <a:pt x="252475" y="82423"/>
                </a:lnTo>
                <a:lnTo>
                  <a:pt x="252475" y="81661"/>
                </a:lnTo>
                <a:lnTo>
                  <a:pt x="251726" y="80899"/>
                </a:lnTo>
                <a:lnTo>
                  <a:pt x="248767" y="78739"/>
                </a:lnTo>
                <a:close/>
              </a:path>
              <a:path w="262255" h="262255">
                <a:moveTo>
                  <a:pt x="72770" y="107696"/>
                </a:moveTo>
                <a:lnTo>
                  <a:pt x="67576" y="107696"/>
                </a:lnTo>
                <a:lnTo>
                  <a:pt x="65341" y="109855"/>
                </a:lnTo>
                <a:lnTo>
                  <a:pt x="65341" y="115062"/>
                </a:lnTo>
                <a:lnTo>
                  <a:pt x="66090" y="116586"/>
                </a:lnTo>
                <a:lnTo>
                  <a:pt x="126237" y="177419"/>
                </a:lnTo>
                <a:lnTo>
                  <a:pt x="129209" y="178943"/>
                </a:lnTo>
                <a:lnTo>
                  <a:pt x="132181" y="178943"/>
                </a:lnTo>
                <a:lnTo>
                  <a:pt x="133667" y="178181"/>
                </a:lnTo>
                <a:lnTo>
                  <a:pt x="135153" y="176784"/>
                </a:lnTo>
                <a:lnTo>
                  <a:pt x="147302" y="164084"/>
                </a:lnTo>
                <a:lnTo>
                  <a:pt x="130695" y="164084"/>
                </a:lnTo>
                <a:lnTo>
                  <a:pt x="75742" y="109220"/>
                </a:lnTo>
                <a:lnTo>
                  <a:pt x="72770" y="107696"/>
                </a:lnTo>
                <a:close/>
              </a:path>
              <a:path w="262255" h="262255">
                <a:moveTo>
                  <a:pt x="259156" y="35687"/>
                </a:moveTo>
                <a:lnTo>
                  <a:pt x="253961" y="35687"/>
                </a:lnTo>
                <a:lnTo>
                  <a:pt x="252475" y="36449"/>
                </a:lnTo>
                <a:lnTo>
                  <a:pt x="251726" y="37846"/>
                </a:lnTo>
                <a:lnTo>
                  <a:pt x="236143" y="53466"/>
                </a:lnTo>
                <a:lnTo>
                  <a:pt x="227965" y="62357"/>
                </a:lnTo>
                <a:lnTo>
                  <a:pt x="130695" y="164084"/>
                </a:lnTo>
                <a:lnTo>
                  <a:pt x="147302" y="164084"/>
                </a:lnTo>
                <a:lnTo>
                  <a:pt x="234657" y="72771"/>
                </a:lnTo>
                <a:lnTo>
                  <a:pt x="243560" y="63881"/>
                </a:lnTo>
                <a:lnTo>
                  <a:pt x="242824" y="63881"/>
                </a:lnTo>
                <a:lnTo>
                  <a:pt x="260642" y="46100"/>
                </a:lnTo>
                <a:lnTo>
                  <a:pt x="262128" y="43052"/>
                </a:lnTo>
                <a:lnTo>
                  <a:pt x="262128" y="38608"/>
                </a:lnTo>
                <a:lnTo>
                  <a:pt x="259156" y="35687"/>
                </a:lnTo>
                <a:close/>
              </a:path>
              <a:path w="262255" h="262255">
                <a:moveTo>
                  <a:pt x="184836" y="11937"/>
                </a:moveTo>
                <a:lnTo>
                  <a:pt x="130695" y="11937"/>
                </a:lnTo>
                <a:lnTo>
                  <a:pt x="155428" y="14487"/>
                </a:lnTo>
                <a:lnTo>
                  <a:pt x="178214" y="21764"/>
                </a:lnTo>
                <a:lnTo>
                  <a:pt x="198773" y="33208"/>
                </a:lnTo>
                <a:lnTo>
                  <a:pt x="216827" y="48260"/>
                </a:lnTo>
                <a:lnTo>
                  <a:pt x="219062" y="50546"/>
                </a:lnTo>
                <a:lnTo>
                  <a:pt x="222770" y="50546"/>
                </a:lnTo>
                <a:lnTo>
                  <a:pt x="224993" y="48260"/>
                </a:lnTo>
                <a:lnTo>
                  <a:pt x="227228" y="46100"/>
                </a:lnTo>
                <a:lnTo>
                  <a:pt x="227228" y="42290"/>
                </a:lnTo>
                <a:lnTo>
                  <a:pt x="224993" y="40132"/>
                </a:lnTo>
                <a:lnTo>
                  <a:pt x="224256" y="39370"/>
                </a:lnTo>
                <a:lnTo>
                  <a:pt x="204729" y="22877"/>
                </a:lnTo>
                <a:lnTo>
                  <a:pt x="184836" y="11937"/>
                </a:lnTo>
                <a:close/>
              </a:path>
            </a:pathLst>
          </a:custGeom>
          <a:solidFill>
            <a:srgbClr val="18B49B"/>
          </a:solidFill>
          <a:ln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11" name="object 13">
            <a:extLst>
              <a:ext uri="{FF2B5EF4-FFF2-40B4-BE49-F238E27FC236}">
                <a16:creationId xmlns:a16="http://schemas.microsoft.com/office/drawing/2014/main" id="{F38DF1A4-FA75-469A-AD02-161CCA011B8B}"/>
              </a:ext>
            </a:extLst>
          </p:cNvPr>
          <p:cNvSpPr/>
          <p:nvPr/>
        </p:nvSpPr>
        <p:spPr>
          <a:xfrm>
            <a:off x="1476152" y="5168958"/>
            <a:ext cx="262255" cy="262255"/>
          </a:xfrm>
          <a:custGeom>
            <a:avLst/>
            <a:gdLst/>
            <a:ahLst/>
            <a:cxnLst/>
            <a:rect l="l" t="t" r="r" b="b"/>
            <a:pathLst>
              <a:path w="262255" h="262255">
                <a:moveTo>
                  <a:pt x="130695" y="0"/>
                </a:moveTo>
                <a:lnTo>
                  <a:pt x="79884" y="10304"/>
                </a:lnTo>
                <a:lnTo>
                  <a:pt x="38334" y="38433"/>
                </a:lnTo>
                <a:lnTo>
                  <a:pt x="10291" y="80206"/>
                </a:lnTo>
                <a:lnTo>
                  <a:pt x="0" y="131445"/>
                </a:lnTo>
                <a:lnTo>
                  <a:pt x="10291" y="182243"/>
                </a:lnTo>
                <a:lnTo>
                  <a:pt x="38334" y="223789"/>
                </a:lnTo>
                <a:lnTo>
                  <a:pt x="79884" y="251835"/>
                </a:lnTo>
                <a:lnTo>
                  <a:pt x="130695" y="262127"/>
                </a:lnTo>
                <a:lnTo>
                  <a:pt x="181932" y="251835"/>
                </a:lnTo>
                <a:lnTo>
                  <a:pt x="184382" y="250189"/>
                </a:lnTo>
                <a:lnTo>
                  <a:pt x="130695" y="250189"/>
                </a:lnTo>
                <a:lnTo>
                  <a:pt x="84560" y="240815"/>
                </a:lnTo>
                <a:lnTo>
                  <a:pt x="46783" y="215296"/>
                </a:lnTo>
                <a:lnTo>
                  <a:pt x="21260" y="177538"/>
                </a:lnTo>
                <a:lnTo>
                  <a:pt x="11887" y="131445"/>
                </a:lnTo>
                <a:lnTo>
                  <a:pt x="21260" y="84911"/>
                </a:lnTo>
                <a:lnTo>
                  <a:pt x="46783" y="46926"/>
                </a:lnTo>
                <a:lnTo>
                  <a:pt x="84560" y="21324"/>
                </a:lnTo>
                <a:lnTo>
                  <a:pt x="130695" y="11937"/>
                </a:lnTo>
                <a:lnTo>
                  <a:pt x="184836" y="11937"/>
                </a:lnTo>
                <a:lnTo>
                  <a:pt x="182210" y="10493"/>
                </a:lnTo>
                <a:lnTo>
                  <a:pt x="157323" y="2704"/>
                </a:lnTo>
                <a:lnTo>
                  <a:pt x="130695" y="0"/>
                </a:lnTo>
                <a:close/>
              </a:path>
              <a:path w="262255" h="262255">
                <a:moveTo>
                  <a:pt x="248767" y="78739"/>
                </a:moveTo>
                <a:lnTo>
                  <a:pt x="245046" y="78739"/>
                </a:lnTo>
                <a:lnTo>
                  <a:pt x="242824" y="80899"/>
                </a:lnTo>
                <a:lnTo>
                  <a:pt x="241338" y="82423"/>
                </a:lnTo>
                <a:lnTo>
                  <a:pt x="240588" y="85344"/>
                </a:lnTo>
                <a:lnTo>
                  <a:pt x="241338" y="86868"/>
                </a:lnTo>
                <a:lnTo>
                  <a:pt x="245236" y="97583"/>
                </a:lnTo>
                <a:lnTo>
                  <a:pt x="248018" y="108585"/>
                </a:lnTo>
                <a:lnTo>
                  <a:pt x="249685" y="119872"/>
                </a:lnTo>
                <a:lnTo>
                  <a:pt x="250240" y="131445"/>
                </a:lnTo>
                <a:lnTo>
                  <a:pt x="240855" y="177538"/>
                </a:lnTo>
                <a:lnTo>
                  <a:pt x="215252" y="215296"/>
                </a:lnTo>
                <a:lnTo>
                  <a:pt x="177256" y="240815"/>
                </a:lnTo>
                <a:lnTo>
                  <a:pt x="130695" y="250189"/>
                </a:lnTo>
                <a:lnTo>
                  <a:pt x="184382" y="250189"/>
                </a:lnTo>
                <a:lnTo>
                  <a:pt x="223700" y="223789"/>
                </a:lnTo>
                <a:lnTo>
                  <a:pt x="251825" y="182243"/>
                </a:lnTo>
                <a:lnTo>
                  <a:pt x="262128" y="131445"/>
                </a:lnTo>
                <a:lnTo>
                  <a:pt x="261467" y="118760"/>
                </a:lnTo>
                <a:lnTo>
                  <a:pt x="259622" y="106457"/>
                </a:lnTo>
                <a:lnTo>
                  <a:pt x="256802" y="94583"/>
                </a:lnTo>
                <a:lnTo>
                  <a:pt x="253212" y="83185"/>
                </a:lnTo>
                <a:lnTo>
                  <a:pt x="252475" y="82423"/>
                </a:lnTo>
                <a:lnTo>
                  <a:pt x="252475" y="81661"/>
                </a:lnTo>
                <a:lnTo>
                  <a:pt x="251726" y="80899"/>
                </a:lnTo>
                <a:lnTo>
                  <a:pt x="248767" y="78739"/>
                </a:lnTo>
                <a:close/>
              </a:path>
              <a:path w="262255" h="262255">
                <a:moveTo>
                  <a:pt x="72770" y="107696"/>
                </a:moveTo>
                <a:lnTo>
                  <a:pt x="67576" y="107696"/>
                </a:lnTo>
                <a:lnTo>
                  <a:pt x="65341" y="109855"/>
                </a:lnTo>
                <a:lnTo>
                  <a:pt x="65341" y="115062"/>
                </a:lnTo>
                <a:lnTo>
                  <a:pt x="66090" y="116586"/>
                </a:lnTo>
                <a:lnTo>
                  <a:pt x="126237" y="177419"/>
                </a:lnTo>
                <a:lnTo>
                  <a:pt x="129209" y="178943"/>
                </a:lnTo>
                <a:lnTo>
                  <a:pt x="132181" y="178943"/>
                </a:lnTo>
                <a:lnTo>
                  <a:pt x="133667" y="178181"/>
                </a:lnTo>
                <a:lnTo>
                  <a:pt x="135153" y="176784"/>
                </a:lnTo>
                <a:lnTo>
                  <a:pt x="147302" y="164084"/>
                </a:lnTo>
                <a:lnTo>
                  <a:pt x="130695" y="164084"/>
                </a:lnTo>
                <a:lnTo>
                  <a:pt x="75742" y="109220"/>
                </a:lnTo>
                <a:lnTo>
                  <a:pt x="72770" y="107696"/>
                </a:lnTo>
                <a:close/>
              </a:path>
              <a:path w="262255" h="262255">
                <a:moveTo>
                  <a:pt x="259156" y="35687"/>
                </a:moveTo>
                <a:lnTo>
                  <a:pt x="253961" y="35687"/>
                </a:lnTo>
                <a:lnTo>
                  <a:pt x="252475" y="36449"/>
                </a:lnTo>
                <a:lnTo>
                  <a:pt x="251726" y="37846"/>
                </a:lnTo>
                <a:lnTo>
                  <a:pt x="236143" y="53466"/>
                </a:lnTo>
                <a:lnTo>
                  <a:pt x="227965" y="62357"/>
                </a:lnTo>
                <a:lnTo>
                  <a:pt x="130695" y="164084"/>
                </a:lnTo>
                <a:lnTo>
                  <a:pt x="147302" y="164084"/>
                </a:lnTo>
                <a:lnTo>
                  <a:pt x="234657" y="72771"/>
                </a:lnTo>
                <a:lnTo>
                  <a:pt x="243560" y="63881"/>
                </a:lnTo>
                <a:lnTo>
                  <a:pt x="242824" y="63881"/>
                </a:lnTo>
                <a:lnTo>
                  <a:pt x="260642" y="46100"/>
                </a:lnTo>
                <a:lnTo>
                  <a:pt x="262128" y="43052"/>
                </a:lnTo>
                <a:lnTo>
                  <a:pt x="262128" y="38608"/>
                </a:lnTo>
                <a:lnTo>
                  <a:pt x="259156" y="35687"/>
                </a:lnTo>
                <a:close/>
              </a:path>
              <a:path w="262255" h="262255">
                <a:moveTo>
                  <a:pt x="184836" y="11937"/>
                </a:moveTo>
                <a:lnTo>
                  <a:pt x="130695" y="11937"/>
                </a:lnTo>
                <a:lnTo>
                  <a:pt x="155428" y="14487"/>
                </a:lnTo>
                <a:lnTo>
                  <a:pt x="178214" y="21764"/>
                </a:lnTo>
                <a:lnTo>
                  <a:pt x="198773" y="33208"/>
                </a:lnTo>
                <a:lnTo>
                  <a:pt x="216827" y="48260"/>
                </a:lnTo>
                <a:lnTo>
                  <a:pt x="219062" y="50546"/>
                </a:lnTo>
                <a:lnTo>
                  <a:pt x="222770" y="50546"/>
                </a:lnTo>
                <a:lnTo>
                  <a:pt x="224993" y="48260"/>
                </a:lnTo>
                <a:lnTo>
                  <a:pt x="227228" y="46100"/>
                </a:lnTo>
                <a:lnTo>
                  <a:pt x="227228" y="42290"/>
                </a:lnTo>
                <a:lnTo>
                  <a:pt x="224993" y="40132"/>
                </a:lnTo>
                <a:lnTo>
                  <a:pt x="224256" y="39370"/>
                </a:lnTo>
                <a:lnTo>
                  <a:pt x="204729" y="22877"/>
                </a:lnTo>
                <a:lnTo>
                  <a:pt x="184836" y="11937"/>
                </a:lnTo>
                <a:close/>
              </a:path>
            </a:pathLst>
          </a:custGeom>
          <a:solidFill>
            <a:srgbClr val="18B49B"/>
          </a:solidFill>
          <a:ln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16BED99-54F8-4249-9574-2016548C2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9" r="4359"/>
          <a:stretch/>
        </p:blipFill>
        <p:spPr bwMode="auto">
          <a:xfrm>
            <a:off x="5621442" y="3045405"/>
            <a:ext cx="5094410" cy="313932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9310EA5-C8E6-478F-921A-E89880257DB5}"/>
              </a:ext>
            </a:extLst>
          </p:cNvPr>
          <p:cNvSpPr txBox="1"/>
          <p:nvPr/>
        </p:nvSpPr>
        <p:spPr>
          <a:xfrm>
            <a:off x="1806822" y="1387499"/>
            <a:ext cx="9362117" cy="147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Carga horária: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48 horas</a:t>
            </a:r>
          </a:p>
          <a:p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Formato: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Aulas presenciais</a:t>
            </a:r>
          </a:p>
          <a:p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Descrição: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Organização financeira, controle de gastos, reserva de emergência, saída de 		    dívidas e primeiros passos nos investimentos.</a:t>
            </a:r>
          </a:p>
          <a:p>
            <a:endParaRPr lang="pt-BR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5BDCD1F-49A1-4AF4-9207-B3907EA46C7F}"/>
              </a:ext>
            </a:extLst>
          </p:cNvPr>
          <p:cNvSpPr txBox="1"/>
          <p:nvPr/>
        </p:nvSpPr>
        <p:spPr>
          <a:xfrm>
            <a:off x="1806822" y="3506557"/>
            <a:ext cx="42891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l"/>
            <a:r>
              <a:rPr lang="pt-BR" sz="2000" b="1" dirty="0">
                <a:solidFill>
                  <a:srgbClr val="0070C0"/>
                </a:solidFill>
              </a:rPr>
              <a:t>Diferenciais: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A398E87-36B9-535C-19C5-4CBC56EA08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15719" y="5786044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826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E3161656-1C35-4DAA-BE6A-8EF563DAC9DB}"/>
              </a:ext>
            </a:extLst>
          </p:cNvPr>
          <p:cNvCxnSpPr>
            <a:cxnSpLocks/>
          </p:cNvCxnSpPr>
          <p:nvPr/>
        </p:nvCxnSpPr>
        <p:spPr>
          <a:xfrm>
            <a:off x="1206366" y="978568"/>
            <a:ext cx="1941095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C7C20ACA-DA2E-4371-8548-9F81844AC463}"/>
              </a:ext>
            </a:extLst>
          </p:cNvPr>
          <p:cNvCxnSpPr>
            <a:cxnSpLocks/>
          </p:cNvCxnSpPr>
          <p:nvPr/>
        </p:nvCxnSpPr>
        <p:spPr>
          <a:xfrm>
            <a:off x="3211178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78A628D6-CEA6-45BA-A8F9-D9F9895239B3}"/>
              </a:ext>
            </a:extLst>
          </p:cNvPr>
          <p:cNvCxnSpPr>
            <a:cxnSpLocks/>
          </p:cNvCxnSpPr>
          <p:nvPr/>
        </p:nvCxnSpPr>
        <p:spPr>
          <a:xfrm>
            <a:off x="3513105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ítulo 1">
            <a:extLst>
              <a:ext uri="{FF2B5EF4-FFF2-40B4-BE49-F238E27FC236}">
                <a16:creationId xmlns:a16="http://schemas.microsoft.com/office/drawing/2014/main" id="{86AC9277-ED4F-47F7-96ED-1D8C7920FAE4}"/>
              </a:ext>
            </a:extLst>
          </p:cNvPr>
          <p:cNvSpPr txBox="1">
            <a:spLocks/>
          </p:cNvSpPr>
          <p:nvPr/>
        </p:nvSpPr>
        <p:spPr>
          <a:xfrm>
            <a:off x="1074030" y="10440"/>
            <a:ext cx="11629096" cy="1080000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FINANÇAS PESSOAIS E PLANEJ. FINANCEIRO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77CFF86-CA7C-9877-13C0-9DDED7702483}"/>
              </a:ext>
            </a:extLst>
          </p:cNvPr>
          <p:cNvSpPr txBox="1"/>
          <p:nvPr/>
        </p:nvSpPr>
        <p:spPr>
          <a:xfrm>
            <a:off x="2520372" y="4615066"/>
            <a:ext cx="184731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sz="180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9310EA5-C8E6-478F-921A-E89880257DB5}"/>
              </a:ext>
            </a:extLst>
          </p:cNvPr>
          <p:cNvSpPr txBox="1"/>
          <p:nvPr/>
        </p:nvSpPr>
        <p:spPr>
          <a:xfrm>
            <a:off x="1655551" y="1706364"/>
            <a:ext cx="842166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💵 Preço: </a:t>
            </a:r>
            <a:r>
              <a:rPr lang="pt-BR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R$397,00 (3x) = R$1.191,00 </a:t>
            </a:r>
          </a:p>
          <a:p>
            <a:endParaRPr lang="pt-BR" dirty="0">
              <a:solidFill>
                <a:srgbClr val="52525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📅 Duração: </a:t>
            </a:r>
            <a:r>
              <a:rPr lang="pt-BR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 meses (total de 48 horas de aula)</a:t>
            </a:r>
          </a:p>
          <a:p>
            <a:endParaRPr lang="pt-BR" dirty="0">
              <a:solidFill>
                <a:srgbClr val="52525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👥 Público-alvo: </a:t>
            </a:r>
            <a:r>
              <a:rPr lang="pt-BR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Pessoas iniciantes na educação financeira, famílias, estudantes, 			profissionais com dificuldade de organização financeira.</a:t>
            </a:r>
          </a:p>
          <a:p>
            <a:endParaRPr lang="pt-BR" dirty="0">
              <a:solidFill>
                <a:srgbClr val="52525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📌 Justificativa: </a:t>
            </a:r>
            <a:r>
              <a:rPr lang="pt-BR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Grande parte da população brasileira enfrenta dificuldades para 		manter o controle financeiro e desenvolver hábitos saudáveis 			com o dinheiro. Este curso traz soluções práticas para 				transformar essa realidade.</a:t>
            </a:r>
          </a:p>
          <a:p>
            <a:endParaRPr lang="pt-BR" dirty="0">
              <a:solidFill>
                <a:srgbClr val="52525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🎯 Objetivo Geral: </a:t>
            </a:r>
            <a:r>
              <a:rPr lang="pt-BR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Capacitar o aluno a planejar, organizar e gerenciar suas 			    finanças com autonomia e disciplina.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010C2C8-7C4F-740D-812C-363CDF5C56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15719" y="5786044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683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E3161656-1C35-4DAA-BE6A-8EF563DAC9DB}"/>
              </a:ext>
            </a:extLst>
          </p:cNvPr>
          <p:cNvCxnSpPr>
            <a:cxnSpLocks/>
          </p:cNvCxnSpPr>
          <p:nvPr/>
        </p:nvCxnSpPr>
        <p:spPr>
          <a:xfrm>
            <a:off x="1206366" y="978568"/>
            <a:ext cx="1941095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C7C20ACA-DA2E-4371-8548-9F81844AC463}"/>
              </a:ext>
            </a:extLst>
          </p:cNvPr>
          <p:cNvCxnSpPr>
            <a:cxnSpLocks/>
          </p:cNvCxnSpPr>
          <p:nvPr/>
        </p:nvCxnSpPr>
        <p:spPr>
          <a:xfrm>
            <a:off x="3211178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78A628D6-CEA6-45BA-A8F9-D9F9895239B3}"/>
              </a:ext>
            </a:extLst>
          </p:cNvPr>
          <p:cNvCxnSpPr>
            <a:cxnSpLocks/>
          </p:cNvCxnSpPr>
          <p:nvPr/>
        </p:nvCxnSpPr>
        <p:spPr>
          <a:xfrm>
            <a:off x="3513105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ítulo 1">
            <a:extLst>
              <a:ext uri="{FF2B5EF4-FFF2-40B4-BE49-F238E27FC236}">
                <a16:creationId xmlns:a16="http://schemas.microsoft.com/office/drawing/2014/main" id="{86AC9277-ED4F-47F7-96ED-1D8C7920FAE4}"/>
              </a:ext>
            </a:extLst>
          </p:cNvPr>
          <p:cNvSpPr txBox="1">
            <a:spLocks/>
          </p:cNvSpPr>
          <p:nvPr/>
        </p:nvSpPr>
        <p:spPr>
          <a:xfrm>
            <a:off x="1074030" y="10440"/>
            <a:ext cx="11629096" cy="1080000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FINANÇAS PESSOAIS E PLANEJ. FINANCEIRO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77CFF86-CA7C-9877-13C0-9DDED7702483}"/>
              </a:ext>
            </a:extLst>
          </p:cNvPr>
          <p:cNvSpPr txBox="1"/>
          <p:nvPr/>
        </p:nvSpPr>
        <p:spPr>
          <a:xfrm>
            <a:off x="2520372" y="4615066"/>
            <a:ext cx="184731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sz="180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9310EA5-C8E6-478F-921A-E89880257DB5}"/>
              </a:ext>
            </a:extLst>
          </p:cNvPr>
          <p:cNvSpPr txBox="1"/>
          <p:nvPr/>
        </p:nvSpPr>
        <p:spPr>
          <a:xfrm>
            <a:off x="1655551" y="1706364"/>
            <a:ext cx="8421663" cy="480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📍 Objetivos Específicos: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Identificar e eliminar dívidas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Estabelecer metas realistas e alcançáveis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Criar um sistema eficiente de controle orçamentário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Introduzir os primeiros passos no mundo dos investimentos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801" dirty="0">
              <a:solidFill>
                <a:srgbClr val="52525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🧠 Metodologia: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Aulas expositivas e interativas (2x por semana, 2h cada)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Exercícios aplicados com planilhas e simuladores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Estudos de casos reais e fóruns de discussão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Ferramentas práticas de controle financeiro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801" dirty="0">
              <a:solidFill>
                <a:srgbClr val="52525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✅ Resultados Esperados: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Organização do orçamento pessoal e familiar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Redução ou eliminação de dívidas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Planejamento de metas financeiras de curto e longo prazo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Entrada segura no universo dos investimentos básicos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955167F-AD9E-E480-62B5-B63DF7CC64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15719" y="5786044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110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E3161656-1C35-4DAA-BE6A-8EF563DAC9DB}"/>
              </a:ext>
            </a:extLst>
          </p:cNvPr>
          <p:cNvCxnSpPr>
            <a:cxnSpLocks/>
          </p:cNvCxnSpPr>
          <p:nvPr/>
        </p:nvCxnSpPr>
        <p:spPr>
          <a:xfrm>
            <a:off x="1206366" y="978568"/>
            <a:ext cx="1941095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C7C20ACA-DA2E-4371-8548-9F81844AC463}"/>
              </a:ext>
            </a:extLst>
          </p:cNvPr>
          <p:cNvCxnSpPr>
            <a:cxnSpLocks/>
          </p:cNvCxnSpPr>
          <p:nvPr/>
        </p:nvCxnSpPr>
        <p:spPr>
          <a:xfrm>
            <a:off x="3211178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78A628D6-CEA6-45BA-A8F9-D9F9895239B3}"/>
              </a:ext>
            </a:extLst>
          </p:cNvPr>
          <p:cNvCxnSpPr>
            <a:cxnSpLocks/>
          </p:cNvCxnSpPr>
          <p:nvPr/>
        </p:nvCxnSpPr>
        <p:spPr>
          <a:xfrm>
            <a:off x="3513105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66411D7-7FA3-4048-B439-EDDCA818F7C1}"/>
              </a:ext>
            </a:extLst>
          </p:cNvPr>
          <p:cNvSpPr txBox="1"/>
          <p:nvPr/>
        </p:nvSpPr>
        <p:spPr>
          <a:xfrm>
            <a:off x="1206365" y="1620456"/>
            <a:ext cx="9611689" cy="511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📚 </a:t>
            </a:r>
            <a:r>
              <a:rPr lang="pt-BR" sz="2000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Módulos</a:t>
            </a:r>
          </a:p>
          <a:p>
            <a:endParaRPr lang="pt-BR" sz="1801" dirty="0">
              <a:solidFill>
                <a:srgbClr val="52525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Diagnóstico Financeiro Pessoal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Entenda onde você está financeiramente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Organização e Controle de Gastos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Ferramentas práticas para planejar o mês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Orçamento Inteligente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Aprenda a construir um orçamento equilibrado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Gestão de Dívidas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Estratégias para eliminar e evitar dívidas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Crédito Consciente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Tipos de crédito e como usá-los com inteligência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Metas Financeiras e Planejamento de Vida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Conecte finanças com objetivos pessoais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Consumo Sustentável e Hábitos Saudáveis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Mude o comportamento financeiro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Reserva de Emergência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Como e por que construir esse colchão financeiro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Introdução aos Investimentos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Primeiros passos e tipos de aplicações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Educação Financeira Familiar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Engaje todos na gestão do dinheiro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Planejamento de Curto e Longo Prazo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Estratégia para diferentes horizontes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Revisão Final e Plano de Ação Pessoal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Consolidando aprendizados e metas</a:t>
            </a:r>
          </a:p>
          <a:p>
            <a:endParaRPr lang="pt-BR" sz="1801" dirty="0">
              <a:solidFill>
                <a:srgbClr val="52525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pt-BR" sz="1801" dirty="0">
              <a:solidFill>
                <a:srgbClr val="52525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pt-BR" sz="1801" dirty="0">
              <a:solidFill>
                <a:srgbClr val="52525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pt-BR" sz="1801" dirty="0">
              <a:solidFill>
                <a:srgbClr val="52525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757ADD3D-C3C9-47F4-AD2F-A6DA6FC993E3}"/>
              </a:ext>
            </a:extLst>
          </p:cNvPr>
          <p:cNvSpPr txBox="1">
            <a:spLocks/>
          </p:cNvSpPr>
          <p:nvPr/>
        </p:nvSpPr>
        <p:spPr>
          <a:xfrm>
            <a:off x="1074030" y="10440"/>
            <a:ext cx="11629096" cy="1080000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FINANÇAS PESSOAIS E PLANEJ. FINANCEIRO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7B93F0E-6C3E-8434-0BE2-F8FC84B44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15719" y="5786044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53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m 41">
            <a:extLst>
              <a:ext uri="{FF2B5EF4-FFF2-40B4-BE49-F238E27FC236}">
                <a16:creationId xmlns:a16="http://schemas.microsoft.com/office/drawing/2014/main" id="{C47DE539-793C-4BE5-BB58-2DCF9A3C86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12192000" cy="6858000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0" y="2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9906000" y="0"/>
                </a:moveTo>
                <a:lnTo>
                  <a:pt x="0" y="0"/>
                </a:lnTo>
                <a:lnTo>
                  <a:pt x="0" y="6858000"/>
                </a:lnTo>
                <a:lnTo>
                  <a:pt x="9906000" y="6858000"/>
                </a:lnTo>
                <a:lnTo>
                  <a:pt x="9906000" y="0"/>
                </a:lnTo>
                <a:close/>
              </a:path>
            </a:pathLst>
          </a:custGeom>
          <a:solidFill>
            <a:srgbClr val="000000">
              <a:alpha val="89804"/>
            </a:srgbClr>
          </a:solidFill>
        </p:spPr>
        <p:txBody>
          <a:bodyPr wrap="square" lIns="0" tIns="0" rIns="0" bIns="0" rtlCol="0"/>
          <a:lstStyle/>
          <a:p>
            <a:endParaRPr sz="1801" dirty="0"/>
          </a:p>
        </p:txBody>
      </p:sp>
      <p:sp>
        <p:nvSpPr>
          <p:cNvPr id="3" name="object 3"/>
          <p:cNvSpPr/>
          <p:nvPr/>
        </p:nvSpPr>
        <p:spPr>
          <a:xfrm>
            <a:off x="1786890" y="3134272"/>
            <a:ext cx="45719" cy="619760"/>
          </a:xfrm>
          <a:custGeom>
            <a:avLst/>
            <a:gdLst/>
            <a:ahLst/>
            <a:cxnLst/>
            <a:rect l="l" t="t" r="r" b="b"/>
            <a:pathLst>
              <a:path h="619760">
                <a:moveTo>
                  <a:pt x="0" y="0"/>
                </a:moveTo>
                <a:lnTo>
                  <a:pt x="0" y="619506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4" name="object 4"/>
          <p:cNvSpPr txBox="1"/>
          <p:nvPr/>
        </p:nvSpPr>
        <p:spPr>
          <a:xfrm>
            <a:off x="2048661" y="3204599"/>
            <a:ext cx="9919427" cy="47910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defPPr>
              <a:defRPr lang="en-US"/>
            </a:defPPr>
            <a:lvl1pPr marL="12700">
              <a:spcBef>
                <a:spcPts val="135"/>
              </a:spcBef>
              <a:defRPr sz="3000" spc="90">
                <a:solidFill>
                  <a:srgbClr val="FFFFFF"/>
                </a:solidFill>
                <a:latin typeface="Segoe UI"/>
                <a:cs typeface="Segoe UI"/>
              </a:defRPr>
            </a:lvl1pPr>
          </a:lstStyle>
          <a:p>
            <a:r>
              <a:rPr lang="pt-BR" sz="3001" dirty="0"/>
              <a:t>INVESTIMENTOS E BOLSA DE VALORES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4322DE0-005E-291E-B1E0-1F1425B82A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15719" y="5786044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649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E3161656-1C35-4DAA-BE6A-8EF563DAC9DB}"/>
              </a:ext>
            </a:extLst>
          </p:cNvPr>
          <p:cNvCxnSpPr>
            <a:cxnSpLocks/>
          </p:cNvCxnSpPr>
          <p:nvPr/>
        </p:nvCxnSpPr>
        <p:spPr>
          <a:xfrm>
            <a:off x="1206366" y="978568"/>
            <a:ext cx="1941095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C7C20ACA-DA2E-4371-8548-9F81844AC463}"/>
              </a:ext>
            </a:extLst>
          </p:cNvPr>
          <p:cNvCxnSpPr>
            <a:cxnSpLocks/>
          </p:cNvCxnSpPr>
          <p:nvPr/>
        </p:nvCxnSpPr>
        <p:spPr>
          <a:xfrm>
            <a:off x="3211178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78A628D6-CEA6-45BA-A8F9-D9F9895239B3}"/>
              </a:ext>
            </a:extLst>
          </p:cNvPr>
          <p:cNvCxnSpPr>
            <a:cxnSpLocks/>
          </p:cNvCxnSpPr>
          <p:nvPr/>
        </p:nvCxnSpPr>
        <p:spPr>
          <a:xfrm>
            <a:off x="3513105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ítulo 1">
            <a:extLst>
              <a:ext uri="{FF2B5EF4-FFF2-40B4-BE49-F238E27FC236}">
                <a16:creationId xmlns:a16="http://schemas.microsoft.com/office/drawing/2014/main" id="{86AC9277-ED4F-47F7-96ED-1D8C7920FAE4}"/>
              </a:ext>
            </a:extLst>
          </p:cNvPr>
          <p:cNvSpPr txBox="1">
            <a:spLocks/>
          </p:cNvSpPr>
          <p:nvPr/>
        </p:nvSpPr>
        <p:spPr>
          <a:xfrm>
            <a:off x="1074030" y="10440"/>
            <a:ext cx="11629096" cy="1080000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INVESTIMENTOS E BOLSA DE VALORES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77CFF86-CA7C-9877-13C0-9DDED7702483}"/>
              </a:ext>
            </a:extLst>
          </p:cNvPr>
          <p:cNvSpPr txBox="1"/>
          <p:nvPr/>
        </p:nvSpPr>
        <p:spPr>
          <a:xfrm>
            <a:off x="2520372" y="4615066"/>
            <a:ext cx="184731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sz="180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807CE6B-CE9E-FEBC-9C56-43169BE92B08}"/>
              </a:ext>
            </a:extLst>
          </p:cNvPr>
          <p:cNvSpPr txBox="1"/>
          <p:nvPr/>
        </p:nvSpPr>
        <p:spPr>
          <a:xfrm>
            <a:off x="1806822" y="3992662"/>
            <a:ext cx="4555878" cy="1477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l"/>
            <a:r>
              <a:rPr lang="pt-BR" sz="1801" dirty="0">
                <a:solidFill>
                  <a:srgbClr val="525252"/>
                </a:solidFill>
              </a:rPr>
              <a:t>Visão abrangente da B3 e seus ativos.</a:t>
            </a:r>
          </a:p>
          <a:p>
            <a:pPr algn="l"/>
            <a:endParaRPr lang="pt-BR" sz="1801" dirty="0">
              <a:solidFill>
                <a:srgbClr val="525252"/>
              </a:solidFill>
            </a:endParaRPr>
          </a:p>
          <a:p>
            <a:pPr algn="l"/>
            <a:r>
              <a:rPr lang="pt-BR" sz="1801" dirty="0">
                <a:solidFill>
                  <a:srgbClr val="525252"/>
                </a:solidFill>
              </a:rPr>
              <a:t>Simulações de investimento.</a:t>
            </a:r>
          </a:p>
          <a:p>
            <a:pPr algn="l"/>
            <a:endParaRPr lang="pt-BR" sz="1801" dirty="0">
              <a:solidFill>
                <a:srgbClr val="525252"/>
              </a:solidFill>
            </a:endParaRPr>
          </a:p>
          <a:p>
            <a:pPr algn="l"/>
            <a:r>
              <a:rPr lang="pt-BR" sz="1801" dirty="0">
                <a:solidFill>
                  <a:srgbClr val="525252"/>
                </a:solidFill>
              </a:rPr>
              <a:t>Estratégias de curto, médio e longo prazo.</a:t>
            </a:r>
          </a:p>
        </p:txBody>
      </p:sp>
      <p:sp>
        <p:nvSpPr>
          <p:cNvPr id="8" name="object 13">
            <a:extLst>
              <a:ext uri="{FF2B5EF4-FFF2-40B4-BE49-F238E27FC236}">
                <a16:creationId xmlns:a16="http://schemas.microsoft.com/office/drawing/2014/main" id="{B684A3E9-09F8-4201-AB78-6E4CC0B4299B}"/>
              </a:ext>
            </a:extLst>
          </p:cNvPr>
          <p:cNvSpPr/>
          <p:nvPr/>
        </p:nvSpPr>
        <p:spPr>
          <a:xfrm>
            <a:off x="1493446" y="4053645"/>
            <a:ext cx="262255" cy="262255"/>
          </a:xfrm>
          <a:custGeom>
            <a:avLst/>
            <a:gdLst/>
            <a:ahLst/>
            <a:cxnLst/>
            <a:rect l="l" t="t" r="r" b="b"/>
            <a:pathLst>
              <a:path w="262255" h="262255">
                <a:moveTo>
                  <a:pt x="130695" y="0"/>
                </a:moveTo>
                <a:lnTo>
                  <a:pt x="79884" y="10304"/>
                </a:lnTo>
                <a:lnTo>
                  <a:pt x="38334" y="38433"/>
                </a:lnTo>
                <a:lnTo>
                  <a:pt x="10291" y="80206"/>
                </a:lnTo>
                <a:lnTo>
                  <a:pt x="0" y="131445"/>
                </a:lnTo>
                <a:lnTo>
                  <a:pt x="10291" y="182243"/>
                </a:lnTo>
                <a:lnTo>
                  <a:pt x="38334" y="223789"/>
                </a:lnTo>
                <a:lnTo>
                  <a:pt x="79884" y="251835"/>
                </a:lnTo>
                <a:lnTo>
                  <a:pt x="130695" y="262127"/>
                </a:lnTo>
                <a:lnTo>
                  <a:pt x="181932" y="251835"/>
                </a:lnTo>
                <a:lnTo>
                  <a:pt x="184382" y="250189"/>
                </a:lnTo>
                <a:lnTo>
                  <a:pt x="130695" y="250189"/>
                </a:lnTo>
                <a:lnTo>
                  <a:pt x="84560" y="240815"/>
                </a:lnTo>
                <a:lnTo>
                  <a:pt x="46783" y="215296"/>
                </a:lnTo>
                <a:lnTo>
                  <a:pt x="21260" y="177538"/>
                </a:lnTo>
                <a:lnTo>
                  <a:pt x="11887" y="131445"/>
                </a:lnTo>
                <a:lnTo>
                  <a:pt x="21260" y="84911"/>
                </a:lnTo>
                <a:lnTo>
                  <a:pt x="46783" y="46926"/>
                </a:lnTo>
                <a:lnTo>
                  <a:pt x="84560" y="21324"/>
                </a:lnTo>
                <a:lnTo>
                  <a:pt x="130695" y="11937"/>
                </a:lnTo>
                <a:lnTo>
                  <a:pt x="184836" y="11937"/>
                </a:lnTo>
                <a:lnTo>
                  <a:pt x="182210" y="10493"/>
                </a:lnTo>
                <a:lnTo>
                  <a:pt x="157323" y="2704"/>
                </a:lnTo>
                <a:lnTo>
                  <a:pt x="130695" y="0"/>
                </a:lnTo>
                <a:close/>
              </a:path>
              <a:path w="262255" h="262255">
                <a:moveTo>
                  <a:pt x="248767" y="78739"/>
                </a:moveTo>
                <a:lnTo>
                  <a:pt x="245046" y="78739"/>
                </a:lnTo>
                <a:lnTo>
                  <a:pt x="242824" y="80899"/>
                </a:lnTo>
                <a:lnTo>
                  <a:pt x="241338" y="82423"/>
                </a:lnTo>
                <a:lnTo>
                  <a:pt x="240588" y="85344"/>
                </a:lnTo>
                <a:lnTo>
                  <a:pt x="241338" y="86868"/>
                </a:lnTo>
                <a:lnTo>
                  <a:pt x="245236" y="97583"/>
                </a:lnTo>
                <a:lnTo>
                  <a:pt x="248018" y="108585"/>
                </a:lnTo>
                <a:lnTo>
                  <a:pt x="249685" y="119872"/>
                </a:lnTo>
                <a:lnTo>
                  <a:pt x="250240" y="131445"/>
                </a:lnTo>
                <a:lnTo>
                  <a:pt x="240855" y="177538"/>
                </a:lnTo>
                <a:lnTo>
                  <a:pt x="215252" y="215296"/>
                </a:lnTo>
                <a:lnTo>
                  <a:pt x="177256" y="240815"/>
                </a:lnTo>
                <a:lnTo>
                  <a:pt x="130695" y="250189"/>
                </a:lnTo>
                <a:lnTo>
                  <a:pt x="184382" y="250189"/>
                </a:lnTo>
                <a:lnTo>
                  <a:pt x="223700" y="223789"/>
                </a:lnTo>
                <a:lnTo>
                  <a:pt x="251825" y="182243"/>
                </a:lnTo>
                <a:lnTo>
                  <a:pt x="262128" y="131445"/>
                </a:lnTo>
                <a:lnTo>
                  <a:pt x="261467" y="118760"/>
                </a:lnTo>
                <a:lnTo>
                  <a:pt x="259622" y="106457"/>
                </a:lnTo>
                <a:lnTo>
                  <a:pt x="256802" y="94583"/>
                </a:lnTo>
                <a:lnTo>
                  <a:pt x="253212" y="83185"/>
                </a:lnTo>
                <a:lnTo>
                  <a:pt x="252475" y="82423"/>
                </a:lnTo>
                <a:lnTo>
                  <a:pt x="252475" y="81661"/>
                </a:lnTo>
                <a:lnTo>
                  <a:pt x="251726" y="80899"/>
                </a:lnTo>
                <a:lnTo>
                  <a:pt x="248767" y="78739"/>
                </a:lnTo>
                <a:close/>
              </a:path>
              <a:path w="262255" h="262255">
                <a:moveTo>
                  <a:pt x="72770" y="107696"/>
                </a:moveTo>
                <a:lnTo>
                  <a:pt x="67576" y="107696"/>
                </a:lnTo>
                <a:lnTo>
                  <a:pt x="65341" y="109855"/>
                </a:lnTo>
                <a:lnTo>
                  <a:pt x="65341" y="115062"/>
                </a:lnTo>
                <a:lnTo>
                  <a:pt x="66090" y="116586"/>
                </a:lnTo>
                <a:lnTo>
                  <a:pt x="126237" y="177419"/>
                </a:lnTo>
                <a:lnTo>
                  <a:pt x="129209" y="178943"/>
                </a:lnTo>
                <a:lnTo>
                  <a:pt x="132181" y="178943"/>
                </a:lnTo>
                <a:lnTo>
                  <a:pt x="133667" y="178181"/>
                </a:lnTo>
                <a:lnTo>
                  <a:pt x="135153" y="176784"/>
                </a:lnTo>
                <a:lnTo>
                  <a:pt x="147302" y="164084"/>
                </a:lnTo>
                <a:lnTo>
                  <a:pt x="130695" y="164084"/>
                </a:lnTo>
                <a:lnTo>
                  <a:pt x="75742" y="109220"/>
                </a:lnTo>
                <a:lnTo>
                  <a:pt x="72770" y="107696"/>
                </a:lnTo>
                <a:close/>
              </a:path>
              <a:path w="262255" h="262255">
                <a:moveTo>
                  <a:pt x="259156" y="35687"/>
                </a:moveTo>
                <a:lnTo>
                  <a:pt x="253961" y="35687"/>
                </a:lnTo>
                <a:lnTo>
                  <a:pt x="252475" y="36449"/>
                </a:lnTo>
                <a:lnTo>
                  <a:pt x="251726" y="37846"/>
                </a:lnTo>
                <a:lnTo>
                  <a:pt x="236143" y="53466"/>
                </a:lnTo>
                <a:lnTo>
                  <a:pt x="227965" y="62357"/>
                </a:lnTo>
                <a:lnTo>
                  <a:pt x="130695" y="164084"/>
                </a:lnTo>
                <a:lnTo>
                  <a:pt x="147302" y="164084"/>
                </a:lnTo>
                <a:lnTo>
                  <a:pt x="234657" y="72771"/>
                </a:lnTo>
                <a:lnTo>
                  <a:pt x="243560" y="63881"/>
                </a:lnTo>
                <a:lnTo>
                  <a:pt x="242824" y="63881"/>
                </a:lnTo>
                <a:lnTo>
                  <a:pt x="260642" y="46100"/>
                </a:lnTo>
                <a:lnTo>
                  <a:pt x="262128" y="43052"/>
                </a:lnTo>
                <a:lnTo>
                  <a:pt x="262128" y="38608"/>
                </a:lnTo>
                <a:lnTo>
                  <a:pt x="259156" y="35687"/>
                </a:lnTo>
                <a:close/>
              </a:path>
              <a:path w="262255" h="262255">
                <a:moveTo>
                  <a:pt x="184836" y="11937"/>
                </a:moveTo>
                <a:lnTo>
                  <a:pt x="130695" y="11937"/>
                </a:lnTo>
                <a:lnTo>
                  <a:pt x="155428" y="14487"/>
                </a:lnTo>
                <a:lnTo>
                  <a:pt x="178214" y="21764"/>
                </a:lnTo>
                <a:lnTo>
                  <a:pt x="198773" y="33208"/>
                </a:lnTo>
                <a:lnTo>
                  <a:pt x="216827" y="48260"/>
                </a:lnTo>
                <a:lnTo>
                  <a:pt x="219062" y="50546"/>
                </a:lnTo>
                <a:lnTo>
                  <a:pt x="222770" y="50546"/>
                </a:lnTo>
                <a:lnTo>
                  <a:pt x="224993" y="48260"/>
                </a:lnTo>
                <a:lnTo>
                  <a:pt x="227228" y="46100"/>
                </a:lnTo>
                <a:lnTo>
                  <a:pt x="227228" y="42290"/>
                </a:lnTo>
                <a:lnTo>
                  <a:pt x="224993" y="40132"/>
                </a:lnTo>
                <a:lnTo>
                  <a:pt x="224256" y="39370"/>
                </a:lnTo>
                <a:lnTo>
                  <a:pt x="204729" y="22877"/>
                </a:lnTo>
                <a:lnTo>
                  <a:pt x="184836" y="11937"/>
                </a:lnTo>
                <a:close/>
              </a:path>
            </a:pathLst>
          </a:custGeom>
          <a:solidFill>
            <a:srgbClr val="18B49B"/>
          </a:solidFill>
          <a:ln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10" name="object 13">
            <a:extLst>
              <a:ext uri="{FF2B5EF4-FFF2-40B4-BE49-F238E27FC236}">
                <a16:creationId xmlns:a16="http://schemas.microsoft.com/office/drawing/2014/main" id="{006981B3-7B5A-4F2A-B0A1-07F8300A05F0}"/>
              </a:ext>
            </a:extLst>
          </p:cNvPr>
          <p:cNvSpPr/>
          <p:nvPr/>
        </p:nvSpPr>
        <p:spPr>
          <a:xfrm>
            <a:off x="1493446" y="4606539"/>
            <a:ext cx="262255" cy="262255"/>
          </a:xfrm>
          <a:custGeom>
            <a:avLst/>
            <a:gdLst/>
            <a:ahLst/>
            <a:cxnLst/>
            <a:rect l="l" t="t" r="r" b="b"/>
            <a:pathLst>
              <a:path w="262255" h="262255">
                <a:moveTo>
                  <a:pt x="130695" y="0"/>
                </a:moveTo>
                <a:lnTo>
                  <a:pt x="79884" y="10304"/>
                </a:lnTo>
                <a:lnTo>
                  <a:pt x="38334" y="38433"/>
                </a:lnTo>
                <a:lnTo>
                  <a:pt x="10291" y="80206"/>
                </a:lnTo>
                <a:lnTo>
                  <a:pt x="0" y="131445"/>
                </a:lnTo>
                <a:lnTo>
                  <a:pt x="10291" y="182243"/>
                </a:lnTo>
                <a:lnTo>
                  <a:pt x="38334" y="223789"/>
                </a:lnTo>
                <a:lnTo>
                  <a:pt x="79884" y="251835"/>
                </a:lnTo>
                <a:lnTo>
                  <a:pt x="130695" y="262127"/>
                </a:lnTo>
                <a:lnTo>
                  <a:pt x="181932" y="251835"/>
                </a:lnTo>
                <a:lnTo>
                  <a:pt x="184382" y="250189"/>
                </a:lnTo>
                <a:lnTo>
                  <a:pt x="130695" y="250189"/>
                </a:lnTo>
                <a:lnTo>
                  <a:pt x="84560" y="240815"/>
                </a:lnTo>
                <a:lnTo>
                  <a:pt x="46783" y="215296"/>
                </a:lnTo>
                <a:lnTo>
                  <a:pt x="21260" y="177538"/>
                </a:lnTo>
                <a:lnTo>
                  <a:pt x="11887" y="131445"/>
                </a:lnTo>
                <a:lnTo>
                  <a:pt x="21260" y="84911"/>
                </a:lnTo>
                <a:lnTo>
                  <a:pt x="46783" y="46926"/>
                </a:lnTo>
                <a:lnTo>
                  <a:pt x="84560" y="21324"/>
                </a:lnTo>
                <a:lnTo>
                  <a:pt x="130695" y="11937"/>
                </a:lnTo>
                <a:lnTo>
                  <a:pt x="184836" y="11937"/>
                </a:lnTo>
                <a:lnTo>
                  <a:pt x="182210" y="10493"/>
                </a:lnTo>
                <a:lnTo>
                  <a:pt x="157323" y="2704"/>
                </a:lnTo>
                <a:lnTo>
                  <a:pt x="130695" y="0"/>
                </a:lnTo>
                <a:close/>
              </a:path>
              <a:path w="262255" h="262255">
                <a:moveTo>
                  <a:pt x="248767" y="78739"/>
                </a:moveTo>
                <a:lnTo>
                  <a:pt x="245046" y="78739"/>
                </a:lnTo>
                <a:lnTo>
                  <a:pt x="242824" y="80899"/>
                </a:lnTo>
                <a:lnTo>
                  <a:pt x="241338" y="82423"/>
                </a:lnTo>
                <a:lnTo>
                  <a:pt x="240588" y="85344"/>
                </a:lnTo>
                <a:lnTo>
                  <a:pt x="241338" y="86868"/>
                </a:lnTo>
                <a:lnTo>
                  <a:pt x="245236" y="97583"/>
                </a:lnTo>
                <a:lnTo>
                  <a:pt x="248018" y="108585"/>
                </a:lnTo>
                <a:lnTo>
                  <a:pt x="249685" y="119872"/>
                </a:lnTo>
                <a:lnTo>
                  <a:pt x="250240" y="131445"/>
                </a:lnTo>
                <a:lnTo>
                  <a:pt x="240855" y="177538"/>
                </a:lnTo>
                <a:lnTo>
                  <a:pt x="215252" y="215296"/>
                </a:lnTo>
                <a:lnTo>
                  <a:pt x="177256" y="240815"/>
                </a:lnTo>
                <a:lnTo>
                  <a:pt x="130695" y="250189"/>
                </a:lnTo>
                <a:lnTo>
                  <a:pt x="184382" y="250189"/>
                </a:lnTo>
                <a:lnTo>
                  <a:pt x="223700" y="223789"/>
                </a:lnTo>
                <a:lnTo>
                  <a:pt x="251825" y="182243"/>
                </a:lnTo>
                <a:lnTo>
                  <a:pt x="262128" y="131445"/>
                </a:lnTo>
                <a:lnTo>
                  <a:pt x="261467" y="118760"/>
                </a:lnTo>
                <a:lnTo>
                  <a:pt x="259622" y="106457"/>
                </a:lnTo>
                <a:lnTo>
                  <a:pt x="256802" y="94583"/>
                </a:lnTo>
                <a:lnTo>
                  <a:pt x="253212" y="83185"/>
                </a:lnTo>
                <a:lnTo>
                  <a:pt x="252475" y="82423"/>
                </a:lnTo>
                <a:lnTo>
                  <a:pt x="252475" y="81661"/>
                </a:lnTo>
                <a:lnTo>
                  <a:pt x="251726" y="80899"/>
                </a:lnTo>
                <a:lnTo>
                  <a:pt x="248767" y="78739"/>
                </a:lnTo>
                <a:close/>
              </a:path>
              <a:path w="262255" h="262255">
                <a:moveTo>
                  <a:pt x="72770" y="107696"/>
                </a:moveTo>
                <a:lnTo>
                  <a:pt x="67576" y="107696"/>
                </a:lnTo>
                <a:lnTo>
                  <a:pt x="65341" y="109855"/>
                </a:lnTo>
                <a:lnTo>
                  <a:pt x="65341" y="115062"/>
                </a:lnTo>
                <a:lnTo>
                  <a:pt x="66090" y="116586"/>
                </a:lnTo>
                <a:lnTo>
                  <a:pt x="126237" y="177419"/>
                </a:lnTo>
                <a:lnTo>
                  <a:pt x="129209" y="178943"/>
                </a:lnTo>
                <a:lnTo>
                  <a:pt x="132181" y="178943"/>
                </a:lnTo>
                <a:lnTo>
                  <a:pt x="133667" y="178181"/>
                </a:lnTo>
                <a:lnTo>
                  <a:pt x="135153" y="176784"/>
                </a:lnTo>
                <a:lnTo>
                  <a:pt x="147302" y="164084"/>
                </a:lnTo>
                <a:lnTo>
                  <a:pt x="130695" y="164084"/>
                </a:lnTo>
                <a:lnTo>
                  <a:pt x="75742" y="109220"/>
                </a:lnTo>
                <a:lnTo>
                  <a:pt x="72770" y="107696"/>
                </a:lnTo>
                <a:close/>
              </a:path>
              <a:path w="262255" h="262255">
                <a:moveTo>
                  <a:pt x="259156" y="35687"/>
                </a:moveTo>
                <a:lnTo>
                  <a:pt x="253961" y="35687"/>
                </a:lnTo>
                <a:lnTo>
                  <a:pt x="252475" y="36449"/>
                </a:lnTo>
                <a:lnTo>
                  <a:pt x="251726" y="37846"/>
                </a:lnTo>
                <a:lnTo>
                  <a:pt x="236143" y="53466"/>
                </a:lnTo>
                <a:lnTo>
                  <a:pt x="227965" y="62357"/>
                </a:lnTo>
                <a:lnTo>
                  <a:pt x="130695" y="164084"/>
                </a:lnTo>
                <a:lnTo>
                  <a:pt x="147302" y="164084"/>
                </a:lnTo>
                <a:lnTo>
                  <a:pt x="234657" y="72771"/>
                </a:lnTo>
                <a:lnTo>
                  <a:pt x="243560" y="63881"/>
                </a:lnTo>
                <a:lnTo>
                  <a:pt x="242824" y="63881"/>
                </a:lnTo>
                <a:lnTo>
                  <a:pt x="260642" y="46100"/>
                </a:lnTo>
                <a:lnTo>
                  <a:pt x="262128" y="43052"/>
                </a:lnTo>
                <a:lnTo>
                  <a:pt x="262128" y="38608"/>
                </a:lnTo>
                <a:lnTo>
                  <a:pt x="259156" y="35687"/>
                </a:lnTo>
                <a:close/>
              </a:path>
              <a:path w="262255" h="262255">
                <a:moveTo>
                  <a:pt x="184836" y="11937"/>
                </a:moveTo>
                <a:lnTo>
                  <a:pt x="130695" y="11937"/>
                </a:lnTo>
                <a:lnTo>
                  <a:pt x="155428" y="14487"/>
                </a:lnTo>
                <a:lnTo>
                  <a:pt x="178214" y="21764"/>
                </a:lnTo>
                <a:lnTo>
                  <a:pt x="198773" y="33208"/>
                </a:lnTo>
                <a:lnTo>
                  <a:pt x="216827" y="48260"/>
                </a:lnTo>
                <a:lnTo>
                  <a:pt x="219062" y="50546"/>
                </a:lnTo>
                <a:lnTo>
                  <a:pt x="222770" y="50546"/>
                </a:lnTo>
                <a:lnTo>
                  <a:pt x="224993" y="48260"/>
                </a:lnTo>
                <a:lnTo>
                  <a:pt x="227228" y="46100"/>
                </a:lnTo>
                <a:lnTo>
                  <a:pt x="227228" y="42290"/>
                </a:lnTo>
                <a:lnTo>
                  <a:pt x="224993" y="40132"/>
                </a:lnTo>
                <a:lnTo>
                  <a:pt x="224256" y="39370"/>
                </a:lnTo>
                <a:lnTo>
                  <a:pt x="204729" y="22877"/>
                </a:lnTo>
                <a:lnTo>
                  <a:pt x="184836" y="11937"/>
                </a:lnTo>
                <a:close/>
              </a:path>
            </a:pathLst>
          </a:custGeom>
          <a:solidFill>
            <a:srgbClr val="18B49B"/>
          </a:solidFill>
          <a:ln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11" name="object 13">
            <a:extLst>
              <a:ext uri="{FF2B5EF4-FFF2-40B4-BE49-F238E27FC236}">
                <a16:creationId xmlns:a16="http://schemas.microsoft.com/office/drawing/2014/main" id="{F38DF1A4-FA75-469A-AD02-161CCA011B8B}"/>
              </a:ext>
            </a:extLst>
          </p:cNvPr>
          <p:cNvSpPr/>
          <p:nvPr/>
        </p:nvSpPr>
        <p:spPr>
          <a:xfrm>
            <a:off x="1476152" y="5168958"/>
            <a:ext cx="262255" cy="262255"/>
          </a:xfrm>
          <a:custGeom>
            <a:avLst/>
            <a:gdLst/>
            <a:ahLst/>
            <a:cxnLst/>
            <a:rect l="l" t="t" r="r" b="b"/>
            <a:pathLst>
              <a:path w="262255" h="262255">
                <a:moveTo>
                  <a:pt x="130695" y="0"/>
                </a:moveTo>
                <a:lnTo>
                  <a:pt x="79884" y="10304"/>
                </a:lnTo>
                <a:lnTo>
                  <a:pt x="38334" y="38433"/>
                </a:lnTo>
                <a:lnTo>
                  <a:pt x="10291" y="80206"/>
                </a:lnTo>
                <a:lnTo>
                  <a:pt x="0" y="131445"/>
                </a:lnTo>
                <a:lnTo>
                  <a:pt x="10291" y="182243"/>
                </a:lnTo>
                <a:lnTo>
                  <a:pt x="38334" y="223789"/>
                </a:lnTo>
                <a:lnTo>
                  <a:pt x="79884" y="251835"/>
                </a:lnTo>
                <a:lnTo>
                  <a:pt x="130695" y="262127"/>
                </a:lnTo>
                <a:lnTo>
                  <a:pt x="181932" y="251835"/>
                </a:lnTo>
                <a:lnTo>
                  <a:pt x="184382" y="250189"/>
                </a:lnTo>
                <a:lnTo>
                  <a:pt x="130695" y="250189"/>
                </a:lnTo>
                <a:lnTo>
                  <a:pt x="84560" y="240815"/>
                </a:lnTo>
                <a:lnTo>
                  <a:pt x="46783" y="215296"/>
                </a:lnTo>
                <a:lnTo>
                  <a:pt x="21260" y="177538"/>
                </a:lnTo>
                <a:lnTo>
                  <a:pt x="11887" y="131445"/>
                </a:lnTo>
                <a:lnTo>
                  <a:pt x="21260" y="84911"/>
                </a:lnTo>
                <a:lnTo>
                  <a:pt x="46783" y="46926"/>
                </a:lnTo>
                <a:lnTo>
                  <a:pt x="84560" y="21324"/>
                </a:lnTo>
                <a:lnTo>
                  <a:pt x="130695" y="11937"/>
                </a:lnTo>
                <a:lnTo>
                  <a:pt x="184836" y="11937"/>
                </a:lnTo>
                <a:lnTo>
                  <a:pt x="182210" y="10493"/>
                </a:lnTo>
                <a:lnTo>
                  <a:pt x="157323" y="2704"/>
                </a:lnTo>
                <a:lnTo>
                  <a:pt x="130695" y="0"/>
                </a:lnTo>
                <a:close/>
              </a:path>
              <a:path w="262255" h="262255">
                <a:moveTo>
                  <a:pt x="248767" y="78739"/>
                </a:moveTo>
                <a:lnTo>
                  <a:pt x="245046" y="78739"/>
                </a:lnTo>
                <a:lnTo>
                  <a:pt x="242824" y="80899"/>
                </a:lnTo>
                <a:lnTo>
                  <a:pt x="241338" y="82423"/>
                </a:lnTo>
                <a:lnTo>
                  <a:pt x="240588" y="85344"/>
                </a:lnTo>
                <a:lnTo>
                  <a:pt x="241338" y="86868"/>
                </a:lnTo>
                <a:lnTo>
                  <a:pt x="245236" y="97583"/>
                </a:lnTo>
                <a:lnTo>
                  <a:pt x="248018" y="108585"/>
                </a:lnTo>
                <a:lnTo>
                  <a:pt x="249685" y="119872"/>
                </a:lnTo>
                <a:lnTo>
                  <a:pt x="250240" y="131445"/>
                </a:lnTo>
                <a:lnTo>
                  <a:pt x="240855" y="177538"/>
                </a:lnTo>
                <a:lnTo>
                  <a:pt x="215252" y="215296"/>
                </a:lnTo>
                <a:lnTo>
                  <a:pt x="177256" y="240815"/>
                </a:lnTo>
                <a:lnTo>
                  <a:pt x="130695" y="250189"/>
                </a:lnTo>
                <a:lnTo>
                  <a:pt x="184382" y="250189"/>
                </a:lnTo>
                <a:lnTo>
                  <a:pt x="223700" y="223789"/>
                </a:lnTo>
                <a:lnTo>
                  <a:pt x="251825" y="182243"/>
                </a:lnTo>
                <a:lnTo>
                  <a:pt x="262128" y="131445"/>
                </a:lnTo>
                <a:lnTo>
                  <a:pt x="261467" y="118760"/>
                </a:lnTo>
                <a:lnTo>
                  <a:pt x="259622" y="106457"/>
                </a:lnTo>
                <a:lnTo>
                  <a:pt x="256802" y="94583"/>
                </a:lnTo>
                <a:lnTo>
                  <a:pt x="253212" y="83185"/>
                </a:lnTo>
                <a:lnTo>
                  <a:pt x="252475" y="82423"/>
                </a:lnTo>
                <a:lnTo>
                  <a:pt x="252475" y="81661"/>
                </a:lnTo>
                <a:lnTo>
                  <a:pt x="251726" y="80899"/>
                </a:lnTo>
                <a:lnTo>
                  <a:pt x="248767" y="78739"/>
                </a:lnTo>
                <a:close/>
              </a:path>
              <a:path w="262255" h="262255">
                <a:moveTo>
                  <a:pt x="72770" y="107696"/>
                </a:moveTo>
                <a:lnTo>
                  <a:pt x="67576" y="107696"/>
                </a:lnTo>
                <a:lnTo>
                  <a:pt x="65341" y="109855"/>
                </a:lnTo>
                <a:lnTo>
                  <a:pt x="65341" y="115062"/>
                </a:lnTo>
                <a:lnTo>
                  <a:pt x="66090" y="116586"/>
                </a:lnTo>
                <a:lnTo>
                  <a:pt x="126237" y="177419"/>
                </a:lnTo>
                <a:lnTo>
                  <a:pt x="129209" y="178943"/>
                </a:lnTo>
                <a:lnTo>
                  <a:pt x="132181" y="178943"/>
                </a:lnTo>
                <a:lnTo>
                  <a:pt x="133667" y="178181"/>
                </a:lnTo>
                <a:lnTo>
                  <a:pt x="135153" y="176784"/>
                </a:lnTo>
                <a:lnTo>
                  <a:pt x="147302" y="164084"/>
                </a:lnTo>
                <a:lnTo>
                  <a:pt x="130695" y="164084"/>
                </a:lnTo>
                <a:lnTo>
                  <a:pt x="75742" y="109220"/>
                </a:lnTo>
                <a:lnTo>
                  <a:pt x="72770" y="107696"/>
                </a:lnTo>
                <a:close/>
              </a:path>
              <a:path w="262255" h="262255">
                <a:moveTo>
                  <a:pt x="259156" y="35687"/>
                </a:moveTo>
                <a:lnTo>
                  <a:pt x="253961" y="35687"/>
                </a:lnTo>
                <a:lnTo>
                  <a:pt x="252475" y="36449"/>
                </a:lnTo>
                <a:lnTo>
                  <a:pt x="251726" y="37846"/>
                </a:lnTo>
                <a:lnTo>
                  <a:pt x="236143" y="53466"/>
                </a:lnTo>
                <a:lnTo>
                  <a:pt x="227965" y="62357"/>
                </a:lnTo>
                <a:lnTo>
                  <a:pt x="130695" y="164084"/>
                </a:lnTo>
                <a:lnTo>
                  <a:pt x="147302" y="164084"/>
                </a:lnTo>
                <a:lnTo>
                  <a:pt x="234657" y="72771"/>
                </a:lnTo>
                <a:lnTo>
                  <a:pt x="243560" y="63881"/>
                </a:lnTo>
                <a:lnTo>
                  <a:pt x="242824" y="63881"/>
                </a:lnTo>
                <a:lnTo>
                  <a:pt x="260642" y="46100"/>
                </a:lnTo>
                <a:lnTo>
                  <a:pt x="262128" y="43052"/>
                </a:lnTo>
                <a:lnTo>
                  <a:pt x="262128" y="38608"/>
                </a:lnTo>
                <a:lnTo>
                  <a:pt x="259156" y="35687"/>
                </a:lnTo>
                <a:close/>
              </a:path>
              <a:path w="262255" h="262255">
                <a:moveTo>
                  <a:pt x="184836" y="11937"/>
                </a:moveTo>
                <a:lnTo>
                  <a:pt x="130695" y="11937"/>
                </a:lnTo>
                <a:lnTo>
                  <a:pt x="155428" y="14487"/>
                </a:lnTo>
                <a:lnTo>
                  <a:pt x="178214" y="21764"/>
                </a:lnTo>
                <a:lnTo>
                  <a:pt x="198773" y="33208"/>
                </a:lnTo>
                <a:lnTo>
                  <a:pt x="216827" y="48260"/>
                </a:lnTo>
                <a:lnTo>
                  <a:pt x="219062" y="50546"/>
                </a:lnTo>
                <a:lnTo>
                  <a:pt x="222770" y="50546"/>
                </a:lnTo>
                <a:lnTo>
                  <a:pt x="224993" y="48260"/>
                </a:lnTo>
                <a:lnTo>
                  <a:pt x="227228" y="46100"/>
                </a:lnTo>
                <a:lnTo>
                  <a:pt x="227228" y="42290"/>
                </a:lnTo>
                <a:lnTo>
                  <a:pt x="224993" y="40132"/>
                </a:lnTo>
                <a:lnTo>
                  <a:pt x="224256" y="39370"/>
                </a:lnTo>
                <a:lnTo>
                  <a:pt x="204729" y="22877"/>
                </a:lnTo>
                <a:lnTo>
                  <a:pt x="184836" y="11937"/>
                </a:lnTo>
                <a:close/>
              </a:path>
            </a:pathLst>
          </a:custGeom>
          <a:solidFill>
            <a:srgbClr val="18B49B"/>
          </a:solidFill>
          <a:ln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16BED99-54F8-4249-9574-2016548C2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3" r="8093"/>
          <a:stretch/>
        </p:blipFill>
        <p:spPr bwMode="auto">
          <a:xfrm>
            <a:off x="5621442" y="3045405"/>
            <a:ext cx="5094410" cy="313932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9310EA5-C8E6-478F-921A-E89880257DB5}"/>
              </a:ext>
            </a:extLst>
          </p:cNvPr>
          <p:cNvSpPr txBox="1"/>
          <p:nvPr/>
        </p:nvSpPr>
        <p:spPr>
          <a:xfrm>
            <a:off x="1806822" y="1387499"/>
            <a:ext cx="9362117" cy="147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Carga horária: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48 horas</a:t>
            </a:r>
          </a:p>
          <a:p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Formato: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Aulas presenciais</a:t>
            </a:r>
          </a:p>
          <a:p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Descrição: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Funcionamento da Bolsa (B3), análise de ativos, estratégias de investimentos em renda fixa e variável.</a:t>
            </a:r>
          </a:p>
          <a:p>
            <a:endParaRPr lang="pt-BR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5BDCD1F-49A1-4AF4-9207-B3907EA46C7F}"/>
              </a:ext>
            </a:extLst>
          </p:cNvPr>
          <p:cNvSpPr txBox="1"/>
          <p:nvPr/>
        </p:nvSpPr>
        <p:spPr>
          <a:xfrm>
            <a:off x="1806822" y="3506557"/>
            <a:ext cx="42891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l"/>
            <a:r>
              <a:rPr lang="pt-BR" sz="2000" b="1" dirty="0">
                <a:solidFill>
                  <a:srgbClr val="0070C0"/>
                </a:solidFill>
              </a:rPr>
              <a:t>Diferenciais: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D7516FD-65F7-BB22-382B-C0A440AE68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15719" y="5786044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407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E3161656-1C35-4DAA-BE6A-8EF563DAC9DB}"/>
              </a:ext>
            </a:extLst>
          </p:cNvPr>
          <p:cNvCxnSpPr>
            <a:cxnSpLocks/>
          </p:cNvCxnSpPr>
          <p:nvPr/>
        </p:nvCxnSpPr>
        <p:spPr>
          <a:xfrm>
            <a:off x="1206366" y="978568"/>
            <a:ext cx="1941095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C7C20ACA-DA2E-4371-8548-9F81844AC463}"/>
              </a:ext>
            </a:extLst>
          </p:cNvPr>
          <p:cNvCxnSpPr>
            <a:cxnSpLocks/>
          </p:cNvCxnSpPr>
          <p:nvPr/>
        </p:nvCxnSpPr>
        <p:spPr>
          <a:xfrm>
            <a:off x="3211178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78A628D6-CEA6-45BA-A8F9-D9F9895239B3}"/>
              </a:ext>
            </a:extLst>
          </p:cNvPr>
          <p:cNvCxnSpPr>
            <a:cxnSpLocks/>
          </p:cNvCxnSpPr>
          <p:nvPr/>
        </p:nvCxnSpPr>
        <p:spPr>
          <a:xfrm>
            <a:off x="3513105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877CFF86-CA7C-9877-13C0-9DDED7702483}"/>
              </a:ext>
            </a:extLst>
          </p:cNvPr>
          <p:cNvSpPr txBox="1"/>
          <p:nvPr/>
        </p:nvSpPr>
        <p:spPr>
          <a:xfrm>
            <a:off x="2520372" y="4615066"/>
            <a:ext cx="184731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sz="180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9310EA5-C8E6-478F-921A-E89880257DB5}"/>
              </a:ext>
            </a:extLst>
          </p:cNvPr>
          <p:cNvSpPr txBox="1"/>
          <p:nvPr/>
        </p:nvSpPr>
        <p:spPr>
          <a:xfrm>
            <a:off x="1655551" y="1706364"/>
            <a:ext cx="842166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💵 </a:t>
            </a:r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Preço: </a:t>
            </a:r>
            <a:r>
              <a:rPr lang="pt-BR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R$597,00 (3x) = R$ 1.791,00</a:t>
            </a:r>
          </a:p>
          <a:p>
            <a:endParaRPr lang="pt-BR" dirty="0">
              <a:solidFill>
                <a:srgbClr val="52525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📅 </a:t>
            </a:r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Duração:</a:t>
            </a:r>
            <a:r>
              <a:rPr lang="pt-BR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3 meses (total de 48 horas de aula)</a:t>
            </a:r>
          </a:p>
          <a:p>
            <a:endParaRPr lang="pt-BR" dirty="0">
              <a:solidFill>
                <a:srgbClr val="52525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👥 </a:t>
            </a:r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Público-alvo:</a:t>
            </a:r>
            <a:r>
              <a:rPr lang="pt-BR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Iniciantes e intermediários no mercado financeiro, 				universitários, profissionais da área de finanças.</a:t>
            </a:r>
          </a:p>
          <a:p>
            <a:endParaRPr lang="pt-BR" dirty="0">
              <a:solidFill>
                <a:srgbClr val="52525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📌 </a:t>
            </a:r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Justificativa: </a:t>
            </a:r>
            <a:r>
              <a:rPr lang="pt-BR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Muitos brasileiros desejam começar a investir, mas 				desconhecem os caminhos e ferramentas necessárias. Este 			curso traz clareza e confiança para operar na Bolsa de Valores 			com estratégia.</a:t>
            </a:r>
          </a:p>
          <a:p>
            <a:endParaRPr lang="pt-BR" dirty="0">
              <a:solidFill>
                <a:srgbClr val="52525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🎯 </a:t>
            </a:r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Objetivo Geral: </a:t>
            </a:r>
            <a:r>
              <a:rPr lang="pt-BR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Ensinar como identificar oportunidades, avaliar riscos e 			    construir uma carteira de investimentos sólida.</a:t>
            </a:r>
            <a:endParaRPr lang="pt-BR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350A9CF-4459-4EFF-80DA-FD47A73DD117}"/>
              </a:ext>
            </a:extLst>
          </p:cNvPr>
          <p:cNvSpPr txBox="1">
            <a:spLocks/>
          </p:cNvSpPr>
          <p:nvPr/>
        </p:nvSpPr>
        <p:spPr>
          <a:xfrm>
            <a:off x="1074030" y="10440"/>
            <a:ext cx="11629096" cy="1080000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INVESTIMENTOS E BOLSA DE VALORES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A43C67-038F-1029-04F6-26D91771DB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15719" y="5786044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439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E3161656-1C35-4DAA-BE6A-8EF563DAC9DB}"/>
              </a:ext>
            </a:extLst>
          </p:cNvPr>
          <p:cNvCxnSpPr>
            <a:cxnSpLocks/>
          </p:cNvCxnSpPr>
          <p:nvPr/>
        </p:nvCxnSpPr>
        <p:spPr>
          <a:xfrm>
            <a:off x="1206366" y="978568"/>
            <a:ext cx="1941095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C7C20ACA-DA2E-4371-8548-9F81844AC463}"/>
              </a:ext>
            </a:extLst>
          </p:cNvPr>
          <p:cNvCxnSpPr>
            <a:cxnSpLocks/>
          </p:cNvCxnSpPr>
          <p:nvPr/>
        </p:nvCxnSpPr>
        <p:spPr>
          <a:xfrm>
            <a:off x="3211178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78A628D6-CEA6-45BA-A8F9-D9F9895239B3}"/>
              </a:ext>
            </a:extLst>
          </p:cNvPr>
          <p:cNvCxnSpPr>
            <a:cxnSpLocks/>
          </p:cNvCxnSpPr>
          <p:nvPr/>
        </p:nvCxnSpPr>
        <p:spPr>
          <a:xfrm>
            <a:off x="3513105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877CFF86-CA7C-9877-13C0-9DDED7702483}"/>
              </a:ext>
            </a:extLst>
          </p:cNvPr>
          <p:cNvSpPr txBox="1"/>
          <p:nvPr/>
        </p:nvSpPr>
        <p:spPr>
          <a:xfrm>
            <a:off x="2520372" y="4615066"/>
            <a:ext cx="184731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sz="180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9310EA5-C8E6-478F-921A-E89880257DB5}"/>
              </a:ext>
            </a:extLst>
          </p:cNvPr>
          <p:cNvSpPr txBox="1"/>
          <p:nvPr/>
        </p:nvSpPr>
        <p:spPr>
          <a:xfrm>
            <a:off x="1655551" y="1706364"/>
            <a:ext cx="8421663" cy="5080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📍 Objetivos Específicos: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Entender o funcionamento da B3 e seus ativos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Realizar análises fundamentalista e técnica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Desenvolver estratégias para curto e longo prazo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Operar em plataformas simuladas com segurança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801" dirty="0">
              <a:solidFill>
                <a:srgbClr val="52525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🧠 Metodologia: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Aulas práticas e teóricas (2x por semana, 2h cada)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Simulações em ambiente real de mercado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Estudos de casos com empresas brasileiras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Atividades em grupo e análises individuais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801" dirty="0">
              <a:solidFill>
                <a:srgbClr val="52525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✅ Resultados Esperados: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Capacidade de montar e gerenciar uma carteira diversificada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Tomada de decisões conscientes no mercado financeiro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Conhecimento prático sobre ativos, indicadores e tributação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Habilidade para investir com autonomia e segurança</a:t>
            </a:r>
          </a:p>
          <a:p>
            <a:endParaRPr lang="pt-BR" sz="1801" b="1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2D0E55DB-A9D8-47E3-ADDA-9C25FB3B6D84}"/>
              </a:ext>
            </a:extLst>
          </p:cNvPr>
          <p:cNvSpPr txBox="1">
            <a:spLocks/>
          </p:cNvSpPr>
          <p:nvPr/>
        </p:nvSpPr>
        <p:spPr>
          <a:xfrm>
            <a:off x="1074030" y="10440"/>
            <a:ext cx="11629096" cy="1080000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INVESTIMENTOS E BOLSA DE VALORES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7AEA865-4DCF-00AF-3416-74BD817FD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15719" y="5786044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255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E3161656-1C35-4DAA-BE6A-8EF563DAC9DB}"/>
              </a:ext>
            </a:extLst>
          </p:cNvPr>
          <p:cNvCxnSpPr>
            <a:cxnSpLocks/>
          </p:cNvCxnSpPr>
          <p:nvPr/>
        </p:nvCxnSpPr>
        <p:spPr>
          <a:xfrm>
            <a:off x="1206366" y="978568"/>
            <a:ext cx="1941095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C7C20ACA-DA2E-4371-8548-9F81844AC463}"/>
              </a:ext>
            </a:extLst>
          </p:cNvPr>
          <p:cNvCxnSpPr>
            <a:cxnSpLocks/>
          </p:cNvCxnSpPr>
          <p:nvPr/>
        </p:nvCxnSpPr>
        <p:spPr>
          <a:xfrm>
            <a:off x="3211178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78A628D6-CEA6-45BA-A8F9-D9F9895239B3}"/>
              </a:ext>
            </a:extLst>
          </p:cNvPr>
          <p:cNvCxnSpPr>
            <a:cxnSpLocks/>
          </p:cNvCxnSpPr>
          <p:nvPr/>
        </p:nvCxnSpPr>
        <p:spPr>
          <a:xfrm>
            <a:off x="3513105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ítulo 1">
            <a:extLst>
              <a:ext uri="{FF2B5EF4-FFF2-40B4-BE49-F238E27FC236}">
                <a16:creationId xmlns:a16="http://schemas.microsoft.com/office/drawing/2014/main" id="{86AC9277-ED4F-47F7-96ED-1D8C7920FAE4}"/>
              </a:ext>
            </a:extLst>
          </p:cNvPr>
          <p:cNvSpPr txBox="1">
            <a:spLocks/>
          </p:cNvSpPr>
          <p:nvPr/>
        </p:nvSpPr>
        <p:spPr>
          <a:xfrm>
            <a:off x="1074030" y="10440"/>
            <a:ext cx="11629096" cy="1080000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INVESTIMENTOS E BOLSA DE VALORES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66411D7-7FA3-4048-B439-EDDCA818F7C1}"/>
              </a:ext>
            </a:extLst>
          </p:cNvPr>
          <p:cNvSpPr txBox="1"/>
          <p:nvPr/>
        </p:nvSpPr>
        <p:spPr>
          <a:xfrm>
            <a:off x="1206366" y="1648371"/>
            <a:ext cx="9417050" cy="4002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📚 </a:t>
            </a:r>
            <a:r>
              <a:rPr lang="pt-BR" sz="2000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Módulos</a:t>
            </a:r>
          </a:p>
          <a:p>
            <a:endParaRPr lang="pt-BR" sz="1801" dirty="0">
              <a:solidFill>
                <a:srgbClr val="52525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Fundamentos do Mercado Financeiro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Entenda como funcionam os investimentos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Bolsa de Valores Brasileira (B3)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Estrutura, funcionamento e oportunidades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Tipos de Investimentos Renda Fixa e Variável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Diferenças e quando usar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Análise Fundamentalista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Estudo de empresas e indicadores financeiros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Análise Técnica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Gráficos, tendências e sinais do mercado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Risco e Diversificação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Como proteger seus investimentos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Montando sua Primeira Carteira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Prática com objetivos reais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Simulação e Estratégia de Investimento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Usando plataformas e dados reais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Investimentos em Fundos e </a:t>
            </a:r>
            <a:r>
              <a:rPr lang="pt-BR" sz="1801" b="1" dirty="0" err="1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ETFs</a:t>
            </a: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Entenda os veículos coletivos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Tributação dos Investimentos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Como declarar e otimizar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Psicologia do Investidor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Lidando com emoções no mercado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Revisão e Estratégia Pessoal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Planejando sua jornada como investidor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29C30BC-7376-3111-2972-92DA625D93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15719" y="5786044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625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m 41">
            <a:extLst>
              <a:ext uri="{FF2B5EF4-FFF2-40B4-BE49-F238E27FC236}">
                <a16:creationId xmlns:a16="http://schemas.microsoft.com/office/drawing/2014/main" id="{C47DE539-793C-4BE5-BB58-2DCF9A3C86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12192000" cy="6858000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0" y="2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9906000" y="0"/>
                </a:moveTo>
                <a:lnTo>
                  <a:pt x="0" y="0"/>
                </a:lnTo>
                <a:lnTo>
                  <a:pt x="0" y="6858000"/>
                </a:lnTo>
                <a:lnTo>
                  <a:pt x="9906000" y="6858000"/>
                </a:lnTo>
                <a:lnTo>
                  <a:pt x="9906000" y="0"/>
                </a:lnTo>
                <a:close/>
              </a:path>
            </a:pathLst>
          </a:custGeom>
          <a:solidFill>
            <a:srgbClr val="000000">
              <a:alpha val="89804"/>
            </a:srgbClr>
          </a:solidFill>
        </p:spPr>
        <p:txBody>
          <a:bodyPr wrap="square" lIns="0" tIns="0" rIns="0" bIns="0" rtlCol="0"/>
          <a:lstStyle/>
          <a:p>
            <a:endParaRPr sz="1801" dirty="0"/>
          </a:p>
        </p:txBody>
      </p:sp>
      <p:sp>
        <p:nvSpPr>
          <p:cNvPr id="3" name="object 3"/>
          <p:cNvSpPr/>
          <p:nvPr/>
        </p:nvSpPr>
        <p:spPr>
          <a:xfrm>
            <a:off x="1786890" y="3134272"/>
            <a:ext cx="45719" cy="619760"/>
          </a:xfrm>
          <a:custGeom>
            <a:avLst/>
            <a:gdLst/>
            <a:ahLst/>
            <a:cxnLst/>
            <a:rect l="l" t="t" r="r" b="b"/>
            <a:pathLst>
              <a:path h="619760">
                <a:moveTo>
                  <a:pt x="0" y="0"/>
                </a:moveTo>
                <a:lnTo>
                  <a:pt x="0" y="619506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4" name="object 4"/>
          <p:cNvSpPr txBox="1"/>
          <p:nvPr/>
        </p:nvSpPr>
        <p:spPr>
          <a:xfrm>
            <a:off x="2048661" y="3204599"/>
            <a:ext cx="9919427" cy="47910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defPPr>
              <a:defRPr lang="en-US"/>
            </a:defPPr>
            <a:lvl1pPr marL="12700">
              <a:spcBef>
                <a:spcPts val="135"/>
              </a:spcBef>
              <a:defRPr sz="3000" spc="90">
                <a:solidFill>
                  <a:srgbClr val="FFFFFF"/>
                </a:solidFill>
                <a:latin typeface="Segoe UI"/>
                <a:cs typeface="Segoe UI"/>
              </a:defRPr>
            </a:lvl1pPr>
          </a:lstStyle>
          <a:p>
            <a:r>
              <a:rPr lang="pt-BR" sz="3001" dirty="0"/>
              <a:t>DO ZERO AO LUCRO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0A045B8-46D9-3148-5EC5-0348212694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15719" y="5786044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088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E3161656-1C35-4DAA-BE6A-8EF563DAC9DB}"/>
              </a:ext>
            </a:extLst>
          </p:cNvPr>
          <p:cNvCxnSpPr>
            <a:cxnSpLocks/>
          </p:cNvCxnSpPr>
          <p:nvPr/>
        </p:nvCxnSpPr>
        <p:spPr>
          <a:xfrm>
            <a:off x="1206366" y="978568"/>
            <a:ext cx="1941095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C7C20ACA-DA2E-4371-8548-9F81844AC463}"/>
              </a:ext>
            </a:extLst>
          </p:cNvPr>
          <p:cNvCxnSpPr>
            <a:cxnSpLocks/>
          </p:cNvCxnSpPr>
          <p:nvPr/>
        </p:nvCxnSpPr>
        <p:spPr>
          <a:xfrm>
            <a:off x="3211178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78A628D6-CEA6-45BA-A8F9-D9F9895239B3}"/>
              </a:ext>
            </a:extLst>
          </p:cNvPr>
          <p:cNvCxnSpPr>
            <a:cxnSpLocks/>
          </p:cNvCxnSpPr>
          <p:nvPr/>
        </p:nvCxnSpPr>
        <p:spPr>
          <a:xfrm>
            <a:off x="3513105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ítulo 1">
            <a:extLst>
              <a:ext uri="{FF2B5EF4-FFF2-40B4-BE49-F238E27FC236}">
                <a16:creationId xmlns:a16="http://schemas.microsoft.com/office/drawing/2014/main" id="{86AC9277-ED4F-47F7-96ED-1D8C7920FAE4}"/>
              </a:ext>
            </a:extLst>
          </p:cNvPr>
          <p:cNvSpPr txBox="1">
            <a:spLocks/>
          </p:cNvSpPr>
          <p:nvPr/>
        </p:nvSpPr>
        <p:spPr>
          <a:xfrm>
            <a:off x="1074030" y="10440"/>
            <a:ext cx="11629096" cy="1080000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 ZERO AO LUCRO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77CFF86-CA7C-9877-13C0-9DDED7702483}"/>
              </a:ext>
            </a:extLst>
          </p:cNvPr>
          <p:cNvSpPr txBox="1"/>
          <p:nvPr/>
        </p:nvSpPr>
        <p:spPr>
          <a:xfrm>
            <a:off x="2520372" y="4615066"/>
            <a:ext cx="184731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sz="180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807CE6B-CE9E-FEBC-9C56-43169BE92B08}"/>
              </a:ext>
            </a:extLst>
          </p:cNvPr>
          <p:cNvSpPr txBox="1"/>
          <p:nvPr/>
        </p:nvSpPr>
        <p:spPr>
          <a:xfrm>
            <a:off x="1806822" y="3992662"/>
            <a:ext cx="4555878" cy="1755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l"/>
            <a:r>
              <a:rPr lang="pt-BR" sz="1801" dirty="0">
                <a:solidFill>
                  <a:srgbClr val="525252"/>
                </a:solidFill>
              </a:rPr>
              <a:t>Estudos de caso e simulações reais</a:t>
            </a:r>
          </a:p>
          <a:p>
            <a:pPr algn="l"/>
            <a:endParaRPr lang="pt-BR" sz="1801" dirty="0">
              <a:solidFill>
                <a:srgbClr val="525252"/>
              </a:solidFill>
            </a:endParaRPr>
          </a:p>
          <a:p>
            <a:pPr algn="l"/>
            <a:r>
              <a:rPr lang="pt-BR" sz="1801" dirty="0">
                <a:solidFill>
                  <a:srgbClr val="525252"/>
                </a:solidFill>
              </a:rPr>
              <a:t>Estratégias fiscais e proteção de patrimônio</a:t>
            </a:r>
          </a:p>
          <a:p>
            <a:pPr algn="l"/>
            <a:endParaRPr lang="pt-BR" sz="1801" dirty="0">
              <a:solidFill>
                <a:srgbClr val="525252"/>
              </a:solidFill>
            </a:endParaRPr>
          </a:p>
          <a:p>
            <a:pPr algn="l"/>
            <a:r>
              <a:rPr lang="pt-BR" sz="1801" dirty="0">
                <a:solidFill>
                  <a:srgbClr val="525252"/>
                </a:solidFill>
              </a:rPr>
              <a:t>Desenvolvimento de mentalidade estratégica</a:t>
            </a:r>
          </a:p>
        </p:txBody>
      </p:sp>
      <p:sp>
        <p:nvSpPr>
          <p:cNvPr id="8" name="object 13">
            <a:extLst>
              <a:ext uri="{FF2B5EF4-FFF2-40B4-BE49-F238E27FC236}">
                <a16:creationId xmlns:a16="http://schemas.microsoft.com/office/drawing/2014/main" id="{B684A3E9-09F8-4201-AB78-6E4CC0B4299B}"/>
              </a:ext>
            </a:extLst>
          </p:cNvPr>
          <p:cNvSpPr/>
          <p:nvPr/>
        </p:nvSpPr>
        <p:spPr>
          <a:xfrm>
            <a:off x="1493446" y="4053645"/>
            <a:ext cx="262255" cy="262255"/>
          </a:xfrm>
          <a:custGeom>
            <a:avLst/>
            <a:gdLst/>
            <a:ahLst/>
            <a:cxnLst/>
            <a:rect l="l" t="t" r="r" b="b"/>
            <a:pathLst>
              <a:path w="262255" h="262255">
                <a:moveTo>
                  <a:pt x="130695" y="0"/>
                </a:moveTo>
                <a:lnTo>
                  <a:pt x="79884" y="10304"/>
                </a:lnTo>
                <a:lnTo>
                  <a:pt x="38334" y="38433"/>
                </a:lnTo>
                <a:lnTo>
                  <a:pt x="10291" y="80206"/>
                </a:lnTo>
                <a:lnTo>
                  <a:pt x="0" y="131445"/>
                </a:lnTo>
                <a:lnTo>
                  <a:pt x="10291" y="182243"/>
                </a:lnTo>
                <a:lnTo>
                  <a:pt x="38334" y="223789"/>
                </a:lnTo>
                <a:lnTo>
                  <a:pt x="79884" y="251835"/>
                </a:lnTo>
                <a:lnTo>
                  <a:pt x="130695" y="262127"/>
                </a:lnTo>
                <a:lnTo>
                  <a:pt x="181932" y="251835"/>
                </a:lnTo>
                <a:lnTo>
                  <a:pt x="184382" y="250189"/>
                </a:lnTo>
                <a:lnTo>
                  <a:pt x="130695" y="250189"/>
                </a:lnTo>
                <a:lnTo>
                  <a:pt x="84560" y="240815"/>
                </a:lnTo>
                <a:lnTo>
                  <a:pt x="46783" y="215296"/>
                </a:lnTo>
                <a:lnTo>
                  <a:pt x="21260" y="177538"/>
                </a:lnTo>
                <a:lnTo>
                  <a:pt x="11887" y="131445"/>
                </a:lnTo>
                <a:lnTo>
                  <a:pt x="21260" y="84911"/>
                </a:lnTo>
                <a:lnTo>
                  <a:pt x="46783" y="46926"/>
                </a:lnTo>
                <a:lnTo>
                  <a:pt x="84560" y="21324"/>
                </a:lnTo>
                <a:lnTo>
                  <a:pt x="130695" y="11937"/>
                </a:lnTo>
                <a:lnTo>
                  <a:pt x="184836" y="11937"/>
                </a:lnTo>
                <a:lnTo>
                  <a:pt x="182210" y="10493"/>
                </a:lnTo>
                <a:lnTo>
                  <a:pt x="157323" y="2704"/>
                </a:lnTo>
                <a:lnTo>
                  <a:pt x="130695" y="0"/>
                </a:lnTo>
                <a:close/>
              </a:path>
              <a:path w="262255" h="262255">
                <a:moveTo>
                  <a:pt x="248767" y="78739"/>
                </a:moveTo>
                <a:lnTo>
                  <a:pt x="245046" y="78739"/>
                </a:lnTo>
                <a:lnTo>
                  <a:pt x="242824" y="80899"/>
                </a:lnTo>
                <a:lnTo>
                  <a:pt x="241338" y="82423"/>
                </a:lnTo>
                <a:lnTo>
                  <a:pt x="240588" y="85344"/>
                </a:lnTo>
                <a:lnTo>
                  <a:pt x="241338" y="86868"/>
                </a:lnTo>
                <a:lnTo>
                  <a:pt x="245236" y="97583"/>
                </a:lnTo>
                <a:lnTo>
                  <a:pt x="248018" y="108585"/>
                </a:lnTo>
                <a:lnTo>
                  <a:pt x="249685" y="119872"/>
                </a:lnTo>
                <a:lnTo>
                  <a:pt x="250240" y="131445"/>
                </a:lnTo>
                <a:lnTo>
                  <a:pt x="240855" y="177538"/>
                </a:lnTo>
                <a:lnTo>
                  <a:pt x="215252" y="215296"/>
                </a:lnTo>
                <a:lnTo>
                  <a:pt x="177256" y="240815"/>
                </a:lnTo>
                <a:lnTo>
                  <a:pt x="130695" y="250189"/>
                </a:lnTo>
                <a:lnTo>
                  <a:pt x="184382" y="250189"/>
                </a:lnTo>
                <a:lnTo>
                  <a:pt x="223700" y="223789"/>
                </a:lnTo>
                <a:lnTo>
                  <a:pt x="251825" y="182243"/>
                </a:lnTo>
                <a:lnTo>
                  <a:pt x="262128" y="131445"/>
                </a:lnTo>
                <a:lnTo>
                  <a:pt x="261467" y="118760"/>
                </a:lnTo>
                <a:lnTo>
                  <a:pt x="259622" y="106457"/>
                </a:lnTo>
                <a:lnTo>
                  <a:pt x="256802" y="94583"/>
                </a:lnTo>
                <a:lnTo>
                  <a:pt x="253212" y="83185"/>
                </a:lnTo>
                <a:lnTo>
                  <a:pt x="252475" y="82423"/>
                </a:lnTo>
                <a:lnTo>
                  <a:pt x="252475" y="81661"/>
                </a:lnTo>
                <a:lnTo>
                  <a:pt x="251726" y="80899"/>
                </a:lnTo>
                <a:lnTo>
                  <a:pt x="248767" y="78739"/>
                </a:lnTo>
                <a:close/>
              </a:path>
              <a:path w="262255" h="262255">
                <a:moveTo>
                  <a:pt x="72770" y="107696"/>
                </a:moveTo>
                <a:lnTo>
                  <a:pt x="67576" y="107696"/>
                </a:lnTo>
                <a:lnTo>
                  <a:pt x="65341" y="109855"/>
                </a:lnTo>
                <a:lnTo>
                  <a:pt x="65341" y="115062"/>
                </a:lnTo>
                <a:lnTo>
                  <a:pt x="66090" y="116586"/>
                </a:lnTo>
                <a:lnTo>
                  <a:pt x="126237" y="177419"/>
                </a:lnTo>
                <a:lnTo>
                  <a:pt x="129209" y="178943"/>
                </a:lnTo>
                <a:lnTo>
                  <a:pt x="132181" y="178943"/>
                </a:lnTo>
                <a:lnTo>
                  <a:pt x="133667" y="178181"/>
                </a:lnTo>
                <a:lnTo>
                  <a:pt x="135153" y="176784"/>
                </a:lnTo>
                <a:lnTo>
                  <a:pt x="147302" y="164084"/>
                </a:lnTo>
                <a:lnTo>
                  <a:pt x="130695" y="164084"/>
                </a:lnTo>
                <a:lnTo>
                  <a:pt x="75742" y="109220"/>
                </a:lnTo>
                <a:lnTo>
                  <a:pt x="72770" y="107696"/>
                </a:lnTo>
                <a:close/>
              </a:path>
              <a:path w="262255" h="262255">
                <a:moveTo>
                  <a:pt x="259156" y="35687"/>
                </a:moveTo>
                <a:lnTo>
                  <a:pt x="253961" y="35687"/>
                </a:lnTo>
                <a:lnTo>
                  <a:pt x="252475" y="36449"/>
                </a:lnTo>
                <a:lnTo>
                  <a:pt x="251726" y="37846"/>
                </a:lnTo>
                <a:lnTo>
                  <a:pt x="236143" y="53466"/>
                </a:lnTo>
                <a:lnTo>
                  <a:pt x="227965" y="62357"/>
                </a:lnTo>
                <a:lnTo>
                  <a:pt x="130695" y="164084"/>
                </a:lnTo>
                <a:lnTo>
                  <a:pt x="147302" y="164084"/>
                </a:lnTo>
                <a:lnTo>
                  <a:pt x="234657" y="72771"/>
                </a:lnTo>
                <a:lnTo>
                  <a:pt x="243560" y="63881"/>
                </a:lnTo>
                <a:lnTo>
                  <a:pt x="242824" y="63881"/>
                </a:lnTo>
                <a:lnTo>
                  <a:pt x="260642" y="46100"/>
                </a:lnTo>
                <a:lnTo>
                  <a:pt x="262128" y="43052"/>
                </a:lnTo>
                <a:lnTo>
                  <a:pt x="262128" y="38608"/>
                </a:lnTo>
                <a:lnTo>
                  <a:pt x="259156" y="35687"/>
                </a:lnTo>
                <a:close/>
              </a:path>
              <a:path w="262255" h="262255">
                <a:moveTo>
                  <a:pt x="184836" y="11937"/>
                </a:moveTo>
                <a:lnTo>
                  <a:pt x="130695" y="11937"/>
                </a:lnTo>
                <a:lnTo>
                  <a:pt x="155428" y="14487"/>
                </a:lnTo>
                <a:lnTo>
                  <a:pt x="178214" y="21764"/>
                </a:lnTo>
                <a:lnTo>
                  <a:pt x="198773" y="33208"/>
                </a:lnTo>
                <a:lnTo>
                  <a:pt x="216827" y="48260"/>
                </a:lnTo>
                <a:lnTo>
                  <a:pt x="219062" y="50546"/>
                </a:lnTo>
                <a:lnTo>
                  <a:pt x="222770" y="50546"/>
                </a:lnTo>
                <a:lnTo>
                  <a:pt x="224993" y="48260"/>
                </a:lnTo>
                <a:lnTo>
                  <a:pt x="227228" y="46100"/>
                </a:lnTo>
                <a:lnTo>
                  <a:pt x="227228" y="42290"/>
                </a:lnTo>
                <a:lnTo>
                  <a:pt x="224993" y="40132"/>
                </a:lnTo>
                <a:lnTo>
                  <a:pt x="224256" y="39370"/>
                </a:lnTo>
                <a:lnTo>
                  <a:pt x="204729" y="22877"/>
                </a:lnTo>
                <a:lnTo>
                  <a:pt x="184836" y="11937"/>
                </a:lnTo>
                <a:close/>
              </a:path>
            </a:pathLst>
          </a:custGeom>
          <a:solidFill>
            <a:srgbClr val="18B49B"/>
          </a:solidFill>
          <a:ln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10" name="object 13">
            <a:extLst>
              <a:ext uri="{FF2B5EF4-FFF2-40B4-BE49-F238E27FC236}">
                <a16:creationId xmlns:a16="http://schemas.microsoft.com/office/drawing/2014/main" id="{006981B3-7B5A-4F2A-B0A1-07F8300A05F0}"/>
              </a:ext>
            </a:extLst>
          </p:cNvPr>
          <p:cNvSpPr/>
          <p:nvPr/>
        </p:nvSpPr>
        <p:spPr>
          <a:xfrm>
            <a:off x="1493446" y="4606539"/>
            <a:ext cx="262255" cy="262255"/>
          </a:xfrm>
          <a:custGeom>
            <a:avLst/>
            <a:gdLst/>
            <a:ahLst/>
            <a:cxnLst/>
            <a:rect l="l" t="t" r="r" b="b"/>
            <a:pathLst>
              <a:path w="262255" h="262255">
                <a:moveTo>
                  <a:pt x="130695" y="0"/>
                </a:moveTo>
                <a:lnTo>
                  <a:pt x="79884" y="10304"/>
                </a:lnTo>
                <a:lnTo>
                  <a:pt x="38334" y="38433"/>
                </a:lnTo>
                <a:lnTo>
                  <a:pt x="10291" y="80206"/>
                </a:lnTo>
                <a:lnTo>
                  <a:pt x="0" y="131445"/>
                </a:lnTo>
                <a:lnTo>
                  <a:pt x="10291" y="182243"/>
                </a:lnTo>
                <a:lnTo>
                  <a:pt x="38334" y="223789"/>
                </a:lnTo>
                <a:lnTo>
                  <a:pt x="79884" y="251835"/>
                </a:lnTo>
                <a:lnTo>
                  <a:pt x="130695" y="262127"/>
                </a:lnTo>
                <a:lnTo>
                  <a:pt x="181932" y="251835"/>
                </a:lnTo>
                <a:lnTo>
                  <a:pt x="184382" y="250189"/>
                </a:lnTo>
                <a:lnTo>
                  <a:pt x="130695" y="250189"/>
                </a:lnTo>
                <a:lnTo>
                  <a:pt x="84560" y="240815"/>
                </a:lnTo>
                <a:lnTo>
                  <a:pt x="46783" y="215296"/>
                </a:lnTo>
                <a:lnTo>
                  <a:pt x="21260" y="177538"/>
                </a:lnTo>
                <a:lnTo>
                  <a:pt x="11887" y="131445"/>
                </a:lnTo>
                <a:lnTo>
                  <a:pt x="21260" y="84911"/>
                </a:lnTo>
                <a:lnTo>
                  <a:pt x="46783" y="46926"/>
                </a:lnTo>
                <a:lnTo>
                  <a:pt x="84560" y="21324"/>
                </a:lnTo>
                <a:lnTo>
                  <a:pt x="130695" y="11937"/>
                </a:lnTo>
                <a:lnTo>
                  <a:pt x="184836" y="11937"/>
                </a:lnTo>
                <a:lnTo>
                  <a:pt x="182210" y="10493"/>
                </a:lnTo>
                <a:lnTo>
                  <a:pt x="157323" y="2704"/>
                </a:lnTo>
                <a:lnTo>
                  <a:pt x="130695" y="0"/>
                </a:lnTo>
                <a:close/>
              </a:path>
              <a:path w="262255" h="262255">
                <a:moveTo>
                  <a:pt x="248767" y="78739"/>
                </a:moveTo>
                <a:lnTo>
                  <a:pt x="245046" y="78739"/>
                </a:lnTo>
                <a:lnTo>
                  <a:pt x="242824" y="80899"/>
                </a:lnTo>
                <a:lnTo>
                  <a:pt x="241338" y="82423"/>
                </a:lnTo>
                <a:lnTo>
                  <a:pt x="240588" y="85344"/>
                </a:lnTo>
                <a:lnTo>
                  <a:pt x="241338" y="86868"/>
                </a:lnTo>
                <a:lnTo>
                  <a:pt x="245236" y="97583"/>
                </a:lnTo>
                <a:lnTo>
                  <a:pt x="248018" y="108585"/>
                </a:lnTo>
                <a:lnTo>
                  <a:pt x="249685" y="119872"/>
                </a:lnTo>
                <a:lnTo>
                  <a:pt x="250240" y="131445"/>
                </a:lnTo>
                <a:lnTo>
                  <a:pt x="240855" y="177538"/>
                </a:lnTo>
                <a:lnTo>
                  <a:pt x="215252" y="215296"/>
                </a:lnTo>
                <a:lnTo>
                  <a:pt x="177256" y="240815"/>
                </a:lnTo>
                <a:lnTo>
                  <a:pt x="130695" y="250189"/>
                </a:lnTo>
                <a:lnTo>
                  <a:pt x="184382" y="250189"/>
                </a:lnTo>
                <a:lnTo>
                  <a:pt x="223700" y="223789"/>
                </a:lnTo>
                <a:lnTo>
                  <a:pt x="251825" y="182243"/>
                </a:lnTo>
                <a:lnTo>
                  <a:pt x="262128" y="131445"/>
                </a:lnTo>
                <a:lnTo>
                  <a:pt x="261467" y="118760"/>
                </a:lnTo>
                <a:lnTo>
                  <a:pt x="259622" y="106457"/>
                </a:lnTo>
                <a:lnTo>
                  <a:pt x="256802" y="94583"/>
                </a:lnTo>
                <a:lnTo>
                  <a:pt x="253212" y="83185"/>
                </a:lnTo>
                <a:lnTo>
                  <a:pt x="252475" y="82423"/>
                </a:lnTo>
                <a:lnTo>
                  <a:pt x="252475" y="81661"/>
                </a:lnTo>
                <a:lnTo>
                  <a:pt x="251726" y="80899"/>
                </a:lnTo>
                <a:lnTo>
                  <a:pt x="248767" y="78739"/>
                </a:lnTo>
                <a:close/>
              </a:path>
              <a:path w="262255" h="262255">
                <a:moveTo>
                  <a:pt x="72770" y="107696"/>
                </a:moveTo>
                <a:lnTo>
                  <a:pt x="67576" y="107696"/>
                </a:lnTo>
                <a:lnTo>
                  <a:pt x="65341" y="109855"/>
                </a:lnTo>
                <a:lnTo>
                  <a:pt x="65341" y="115062"/>
                </a:lnTo>
                <a:lnTo>
                  <a:pt x="66090" y="116586"/>
                </a:lnTo>
                <a:lnTo>
                  <a:pt x="126237" y="177419"/>
                </a:lnTo>
                <a:lnTo>
                  <a:pt x="129209" y="178943"/>
                </a:lnTo>
                <a:lnTo>
                  <a:pt x="132181" y="178943"/>
                </a:lnTo>
                <a:lnTo>
                  <a:pt x="133667" y="178181"/>
                </a:lnTo>
                <a:lnTo>
                  <a:pt x="135153" y="176784"/>
                </a:lnTo>
                <a:lnTo>
                  <a:pt x="147302" y="164084"/>
                </a:lnTo>
                <a:lnTo>
                  <a:pt x="130695" y="164084"/>
                </a:lnTo>
                <a:lnTo>
                  <a:pt x="75742" y="109220"/>
                </a:lnTo>
                <a:lnTo>
                  <a:pt x="72770" y="107696"/>
                </a:lnTo>
                <a:close/>
              </a:path>
              <a:path w="262255" h="262255">
                <a:moveTo>
                  <a:pt x="259156" y="35687"/>
                </a:moveTo>
                <a:lnTo>
                  <a:pt x="253961" y="35687"/>
                </a:lnTo>
                <a:lnTo>
                  <a:pt x="252475" y="36449"/>
                </a:lnTo>
                <a:lnTo>
                  <a:pt x="251726" y="37846"/>
                </a:lnTo>
                <a:lnTo>
                  <a:pt x="236143" y="53466"/>
                </a:lnTo>
                <a:lnTo>
                  <a:pt x="227965" y="62357"/>
                </a:lnTo>
                <a:lnTo>
                  <a:pt x="130695" y="164084"/>
                </a:lnTo>
                <a:lnTo>
                  <a:pt x="147302" y="164084"/>
                </a:lnTo>
                <a:lnTo>
                  <a:pt x="234657" y="72771"/>
                </a:lnTo>
                <a:lnTo>
                  <a:pt x="243560" y="63881"/>
                </a:lnTo>
                <a:lnTo>
                  <a:pt x="242824" y="63881"/>
                </a:lnTo>
                <a:lnTo>
                  <a:pt x="260642" y="46100"/>
                </a:lnTo>
                <a:lnTo>
                  <a:pt x="262128" y="43052"/>
                </a:lnTo>
                <a:lnTo>
                  <a:pt x="262128" y="38608"/>
                </a:lnTo>
                <a:lnTo>
                  <a:pt x="259156" y="35687"/>
                </a:lnTo>
                <a:close/>
              </a:path>
              <a:path w="262255" h="262255">
                <a:moveTo>
                  <a:pt x="184836" y="11937"/>
                </a:moveTo>
                <a:lnTo>
                  <a:pt x="130695" y="11937"/>
                </a:lnTo>
                <a:lnTo>
                  <a:pt x="155428" y="14487"/>
                </a:lnTo>
                <a:lnTo>
                  <a:pt x="178214" y="21764"/>
                </a:lnTo>
                <a:lnTo>
                  <a:pt x="198773" y="33208"/>
                </a:lnTo>
                <a:lnTo>
                  <a:pt x="216827" y="48260"/>
                </a:lnTo>
                <a:lnTo>
                  <a:pt x="219062" y="50546"/>
                </a:lnTo>
                <a:lnTo>
                  <a:pt x="222770" y="50546"/>
                </a:lnTo>
                <a:lnTo>
                  <a:pt x="224993" y="48260"/>
                </a:lnTo>
                <a:lnTo>
                  <a:pt x="227228" y="46100"/>
                </a:lnTo>
                <a:lnTo>
                  <a:pt x="227228" y="42290"/>
                </a:lnTo>
                <a:lnTo>
                  <a:pt x="224993" y="40132"/>
                </a:lnTo>
                <a:lnTo>
                  <a:pt x="224256" y="39370"/>
                </a:lnTo>
                <a:lnTo>
                  <a:pt x="204729" y="22877"/>
                </a:lnTo>
                <a:lnTo>
                  <a:pt x="184836" y="11937"/>
                </a:lnTo>
                <a:close/>
              </a:path>
            </a:pathLst>
          </a:custGeom>
          <a:solidFill>
            <a:srgbClr val="18B49B"/>
          </a:solidFill>
          <a:ln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11" name="object 13">
            <a:extLst>
              <a:ext uri="{FF2B5EF4-FFF2-40B4-BE49-F238E27FC236}">
                <a16:creationId xmlns:a16="http://schemas.microsoft.com/office/drawing/2014/main" id="{F38DF1A4-FA75-469A-AD02-161CCA011B8B}"/>
              </a:ext>
            </a:extLst>
          </p:cNvPr>
          <p:cNvSpPr/>
          <p:nvPr/>
        </p:nvSpPr>
        <p:spPr>
          <a:xfrm>
            <a:off x="1476152" y="5281502"/>
            <a:ext cx="262255" cy="262255"/>
          </a:xfrm>
          <a:custGeom>
            <a:avLst/>
            <a:gdLst/>
            <a:ahLst/>
            <a:cxnLst/>
            <a:rect l="l" t="t" r="r" b="b"/>
            <a:pathLst>
              <a:path w="262255" h="262255">
                <a:moveTo>
                  <a:pt x="130695" y="0"/>
                </a:moveTo>
                <a:lnTo>
                  <a:pt x="79884" y="10304"/>
                </a:lnTo>
                <a:lnTo>
                  <a:pt x="38334" y="38433"/>
                </a:lnTo>
                <a:lnTo>
                  <a:pt x="10291" y="80206"/>
                </a:lnTo>
                <a:lnTo>
                  <a:pt x="0" y="131445"/>
                </a:lnTo>
                <a:lnTo>
                  <a:pt x="10291" y="182243"/>
                </a:lnTo>
                <a:lnTo>
                  <a:pt x="38334" y="223789"/>
                </a:lnTo>
                <a:lnTo>
                  <a:pt x="79884" y="251835"/>
                </a:lnTo>
                <a:lnTo>
                  <a:pt x="130695" y="262127"/>
                </a:lnTo>
                <a:lnTo>
                  <a:pt x="181932" y="251835"/>
                </a:lnTo>
                <a:lnTo>
                  <a:pt x="184382" y="250189"/>
                </a:lnTo>
                <a:lnTo>
                  <a:pt x="130695" y="250189"/>
                </a:lnTo>
                <a:lnTo>
                  <a:pt x="84560" y="240815"/>
                </a:lnTo>
                <a:lnTo>
                  <a:pt x="46783" y="215296"/>
                </a:lnTo>
                <a:lnTo>
                  <a:pt x="21260" y="177538"/>
                </a:lnTo>
                <a:lnTo>
                  <a:pt x="11887" y="131445"/>
                </a:lnTo>
                <a:lnTo>
                  <a:pt x="21260" y="84911"/>
                </a:lnTo>
                <a:lnTo>
                  <a:pt x="46783" y="46926"/>
                </a:lnTo>
                <a:lnTo>
                  <a:pt x="84560" y="21324"/>
                </a:lnTo>
                <a:lnTo>
                  <a:pt x="130695" y="11937"/>
                </a:lnTo>
                <a:lnTo>
                  <a:pt x="184836" y="11937"/>
                </a:lnTo>
                <a:lnTo>
                  <a:pt x="182210" y="10493"/>
                </a:lnTo>
                <a:lnTo>
                  <a:pt x="157323" y="2704"/>
                </a:lnTo>
                <a:lnTo>
                  <a:pt x="130695" y="0"/>
                </a:lnTo>
                <a:close/>
              </a:path>
              <a:path w="262255" h="262255">
                <a:moveTo>
                  <a:pt x="248767" y="78739"/>
                </a:moveTo>
                <a:lnTo>
                  <a:pt x="245046" y="78739"/>
                </a:lnTo>
                <a:lnTo>
                  <a:pt x="242824" y="80899"/>
                </a:lnTo>
                <a:lnTo>
                  <a:pt x="241338" y="82423"/>
                </a:lnTo>
                <a:lnTo>
                  <a:pt x="240588" y="85344"/>
                </a:lnTo>
                <a:lnTo>
                  <a:pt x="241338" y="86868"/>
                </a:lnTo>
                <a:lnTo>
                  <a:pt x="245236" y="97583"/>
                </a:lnTo>
                <a:lnTo>
                  <a:pt x="248018" y="108585"/>
                </a:lnTo>
                <a:lnTo>
                  <a:pt x="249685" y="119872"/>
                </a:lnTo>
                <a:lnTo>
                  <a:pt x="250240" y="131445"/>
                </a:lnTo>
                <a:lnTo>
                  <a:pt x="240855" y="177538"/>
                </a:lnTo>
                <a:lnTo>
                  <a:pt x="215252" y="215296"/>
                </a:lnTo>
                <a:lnTo>
                  <a:pt x="177256" y="240815"/>
                </a:lnTo>
                <a:lnTo>
                  <a:pt x="130695" y="250189"/>
                </a:lnTo>
                <a:lnTo>
                  <a:pt x="184382" y="250189"/>
                </a:lnTo>
                <a:lnTo>
                  <a:pt x="223700" y="223789"/>
                </a:lnTo>
                <a:lnTo>
                  <a:pt x="251825" y="182243"/>
                </a:lnTo>
                <a:lnTo>
                  <a:pt x="262128" y="131445"/>
                </a:lnTo>
                <a:lnTo>
                  <a:pt x="261467" y="118760"/>
                </a:lnTo>
                <a:lnTo>
                  <a:pt x="259622" y="106457"/>
                </a:lnTo>
                <a:lnTo>
                  <a:pt x="256802" y="94583"/>
                </a:lnTo>
                <a:lnTo>
                  <a:pt x="253212" y="83185"/>
                </a:lnTo>
                <a:lnTo>
                  <a:pt x="252475" y="82423"/>
                </a:lnTo>
                <a:lnTo>
                  <a:pt x="252475" y="81661"/>
                </a:lnTo>
                <a:lnTo>
                  <a:pt x="251726" y="80899"/>
                </a:lnTo>
                <a:lnTo>
                  <a:pt x="248767" y="78739"/>
                </a:lnTo>
                <a:close/>
              </a:path>
              <a:path w="262255" h="262255">
                <a:moveTo>
                  <a:pt x="72770" y="107696"/>
                </a:moveTo>
                <a:lnTo>
                  <a:pt x="67576" y="107696"/>
                </a:lnTo>
                <a:lnTo>
                  <a:pt x="65341" y="109855"/>
                </a:lnTo>
                <a:lnTo>
                  <a:pt x="65341" y="115062"/>
                </a:lnTo>
                <a:lnTo>
                  <a:pt x="66090" y="116586"/>
                </a:lnTo>
                <a:lnTo>
                  <a:pt x="126237" y="177419"/>
                </a:lnTo>
                <a:lnTo>
                  <a:pt x="129209" y="178943"/>
                </a:lnTo>
                <a:lnTo>
                  <a:pt x="132181" y="178943"/>
                </a:lnTo>
                <a:lnTo>
                  <a:pt x="133667" y="178181"/>
                </a:lnTo>
                <a:lnTo>
                  <a:pt x="135153" y="176784"/>
                </a:lnTo>
                <a:lnTo>
                  <a:pt x="147302" y="164084"/>
                </a:lnTo>
                <a:lnTo>
                  <a:pt x="130695" y="164084"/>
                </a:lnTo>
                <a:lnTo>
                  <a:pt x="75742" y="109220"/>
                </a:lnTo>
                <a:lnTo>
                  <a:pt x="72770" y="107696"/>
                </a:lnTo>
                <a:close/>
              </a:path>
              <a:path w="262255" h="262255">
                <a:moveTo>
                  <a:pt x="259156" y="35687"/>
                </a:moveTo>
                <a:lnTo>
                  <a:pt x="253961" y="35687"/>
                </a:lnTo>
                <a:lnTo>
                  <a:pt x="252475" y="36449"/>
                </a:lnTo>
                <a:lnTo>
                  <a:pt x="251726" y="37846"/>
                </a:lnTo>
                <a:lnTo>
                  <a:pt x="236143" y="53466"/>
                </a:lnTo>
                <a:lnTo>
                  <a:pt x="227965" y="62357"/>
                </a:lnTo>
                <a:lnTo>
                  <a:pt x="130695" y="164084"/>
                </a:lnTo>
                <a:lnTo>
                  <a:pt x="147302" y="164084"/>
                </a:lnTo>
                <a:lnTo>
                  <a:pt x="234657" y="72771"/>
                </a:lnTo>
                <a:lnTo>
                  <a:pt x="243560" y="63881"/>
                </a:lnTo>
                <a:lnTo>
                  <a:pt x="242824" y="63881"/>
                </a:lnTo>
                <a:lnTo>
                  <a:pt x="260642" y="46100"/>
                </a:lnTo>
                <a:lnTo>
                  <a:pt x="262128" y="43052"/>
                </a:lnTo>
                <a:lnTo>
                  <a:pt x="262128" y="38608"/>
                </a:lnTo>
                <a:lnTo>
                  <a:pt x="259156" y="35687"/>
                </a:lnTo>
                <a:close/>
              </a:path>
              <a:path w="262255" h="262255">
                <a:moveTo>
                  <a:pt x="184836" y="11937"/>
                </a:moveTo>
                <a:lnTo>
                  <a:pt x="130695" y="11937"/>
                </a:lnTo>
                <a:lnTo>
                  <a:pt x="155428" y="14487"/>
                </a:lnTo>
                <a:lnTo>
                  <a:pt x="178214" y="21764"/>
                </a:lnTo>
                <a:lnTo>
                  <a:pt x="198773" y="33208"/>
                </a:lnTo>
                <a:lnTo>
                  <a:pt x="216827" y="48260"/>
                </a:lnTo>
                <a:lnTo>
                  <a:pt x="219062" y="50546"/>
                </a:lnTo>
                <a:lnTo>
                  <a:pt x="222770" y="50546"/>
                </a:lnTo>
                <a:lnTo>
                  <a:pt x="224993" y="48260"/>
                </a:lnTo>
                <a:lnTo>
                  <a:pt x="227228" y="46100"/>
                </a:lnTo>
                <a:lnTo>
                  <a:pt x="227228" y="42290"/>
                </a:lnTo>
                <a:lnTo>
                  <a:pt x="224993" y="40132"/>
                </a:lnTo>
                <a:lnTo>
                  <a:pt x="224256" y="39370"/>
                </a:lnTo>
                <a:lnTo>
                  <a:pt x="204729" y="22877"/>
                </a:lnTo>
                <a:lnTo>
                  <a:pt x="184836" y="11937"/>
                </a:lnTo>
                <a:close/>
              </a:path>
            </a:pathLst>
          </a:custGeom>
          <a:solidFill>
            <a:srgbClr val="18B49B"/>
          </a:solidFill>
          <a:ln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16BED99-54F8-4249-9574-2016548C2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5" b="3805"/>
          <a:stretch/>
        </p:blipFill>
        <p:spPr bwMode="auto">
          <a:xfrm>
            <a:off x="5832457" y="3045405"/>
            <a:ext cx="5094410" cy="313932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9310EA5-C8E6-478F-921A-E89880257DB5}"/>
              </a:ext>
            </a:extLst>
          </p:cNvPr>
          <p:cNvSpPr txBox="1"/>
          <p:nvPr/>
        </p:nvSpPr>
        <p:spPr>
          <a:xfrm>
            <a:off x="1806822" y="1387499"/>
            <a:ext cx="9362117" cy="2032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Carga horária: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48 horas</a:t>
            </a:r>
          </a:p>
          <a:p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Formato: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Aulas presenciais.</a:t>
            </a:r>
          </a:p>
          <a:p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Descrição: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Técnicas avançadas de análise, gestão de portfólio, estratégias fiscais e 	    mentalidade de investidor profissional.</a:t>
            </a:r>
          </a:p>
          <a:p>
            <a:endParaRPr lang="pt-BR" sz="1801" b="1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801" b="1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5BDCD1F-49A1-4AF4-9207-B3907EA46C7F}"/>
              </a:ext>
            </a:extLst>
          </p:cNvPr>
          <p:cNvSpPr txBox="1"/>
          <p:nvPr/>
        </p:nvSpPr>
        <p:spPr>
          <a:xfrm>
            <a:off x="1806822" y="3506557"/>
            <a:ext cx="42891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l"/>
            <a:r>
              <a:rPr lang="pt-BR" sz="2000" b="1" dirty="0">
                <a:solidFill>
                  <a:srgbClr val="0070C0"/>
                </a:solidFill>
              </a:rPr>
              <a:t>Diferenciais: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CD98D65-176B-3BFA-AEF3-F0AC47DD18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15719" y="5786044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23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E3161656-1C35-4DAA-BE6A-8EF563DAC9DB}"/>
              </a:ext>
            </a:extLst>
          </p:cNvPr>
          <p:cNvCxnSpPr>
            <a:cxnSpLocks/>
          </p:cNvCxnSpPr>
          <p:nvPr/>
        </p:nvCxnSpPr>
        <p:spPr>
          <a:xfrm>
            <a:off x="1206366" y="978568"/>
            <a:ext cx="1941095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C7C20ACA-DA2E-4371-8548-9F81844AC463}"/>
              </a:ext>
            </a:extLst>
          </p:cNvPr>
          <p:cNvCxnSpPr>
            <a:cxnSpLocks/>
          </p:cNvCxnSpPr>
          <p:nvPr/>
        </p:nvCxnSpPr>
        <p:spPr>
          <a:xfrm>
            <a:off x="3211178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78A628D6-CEA6-45BA-A8F9-D9F9895239B3}"/>
              </a:ext>
            </a:extLst>
          </p:cNvPr>
          <p:cNvCxnSpPr>
            <a:cxnSpLocks/>
          </p:cNvCxnSpPr>
          <p:nvPr/>
        </p:nvCxnSpPr>
        <p:spPr>
          <a:xfrm>
            <a:off x="3513105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877CFF86-CA7C-9877-13C0-9DDED7702483}"/>
              </a:ext>
            </a:extLst>
          </p:cNvPr>
          <p:cNvSpPr txBox="1"/>
          <p:nvPr/>
        </p:nvSpPr>
        <p:spPr>
          <a:xfrm>
            <a:off x="2520372" y="4615066"/>
            <a:ext cx="184731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sz="180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9310EA5-C8E6-478F-921A-E89880257DB5}"/>
              </a:ext>
            </a:extLst>
          </p:cNvPr>
          <p:cNvSpPr txBox="1"/>
          <p:nvPr/>
        </p:nvSpPr>
        <p:spPr>
          <a:xfrm>
            <a:off x="1655551" y="1706364"/>
            <a:ext cx="8421663" cy="4524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💵 Preço: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R$697,00 (3x) = R$2.091,00</a:t>
            </a:r>
          </a:p>
          <a:p>
            <a:endParaRPr lang="pt-BR" b="1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📅 Duração: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 meses (total de 48 horas de aula)</a:t>
            </a:r>
          </a:p>
          <a:p>
            <a:endParaRPr lang="pt-BR" b="1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👥 Público-alvo: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Pessoas que já têm noções básicas de investimento e querem aprimorar suas estratégias para resultados consistentes.</a:t>
            </a:r>
          </a:p>
          <a:p>
            <a:endParaRPr lang="pt-BR" sz="1801" dirty="0">
              <a:solidFill>
                <a:srgbClr val="52525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📌 Justificativa: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Investidores que dominam o básico precisam de ferramentas mais sofisticadas para alcançar objetivos maiores e proteger seu patrimônio com inteligência.</a:t>
            </a:r>
          </a:p>
          <a:p>
            <a:endParaRPr lang="pt-BR" b="1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🎯 Objetivo Geral: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Ensinar estratégias avançadas para operar com performance, ampliar resultados e pensar como um investidor profissional.</a:t>
            </a:r>
          </a:p>
          <a:p>
            <a:endParaRPr lang="pt-BR" b="1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endParaRPr lang="pt-BR" b="1" dirty="0">
              <a:solidFill>
                <a:srgbClr val="0070C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AAB39888-B1A1-485A-A693-7C0C26181911}"/>
              </a:ext>
            </a:extLst>
          </p:cNvPr>
          <p:cNvSpPr txBox="1">
            <a:spLocks/>
          </p:cNvSpPr>
          <p:nvPr/>
        </p:nvSpPr>
        <p:spPr>
          <a:xfrm>
            <a:off x="1074030" y="10440"/>
            <a:ext cx="11629096" cy="1080000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 ZERO AO LUCRO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2247199-6C5D-0A98-A648-B97B05F7DF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15719" y="5786044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9387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E3161656-1C35-4DAA-BE6A-8EF563DAC9DB}"/>
              </a:ext>
            </a:extLst>
          </p:cNvPr>
          <p:cNvCxnSpPr>
            <a:cxnSpLocks/>
          </p:cNvCxnSpPr>
          <p:nvPr/>
        </p:nvCxnSpPr>
        <p:spPr>
          <a:xfrm>
            <a:off x="1206366" y="978568"/>
            <a:ext cx="1941095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C7C20ACA-DA2E-4371-8548-9F81844AC463}"/>
              </a:ext>
            </a:extLst>
          </p:cNvPr>
          <p:cNvCxnSpPr>
            <a:cxnSpLocks/>
          </p:cNvCxnSpPr>
          <p:nvPr/>
        </p:nvCxnSpPr>
        <p:spPr>
          <a:xfrm>
            <a:off x="3211178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78A628D6-CEA6-45BA-A8F9-D9F9895239B3}"/>
              </a:ext>
            </a:extLst>
          </p:cNvPr>
          <p:cNvCxnSpPr>
            <a:cxnSpLocks/>
          </p:cNvCxnSpPr>
          <p:nvPr/>
        </p:nvCxnSpPr>
        <p:spPr>
          <a:xfrm>
            <a:off x="3513105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877CFF86-CA7C-9877-13C0-9DDED7702483}"/>
              </a:ext>
            </a:extLst>
          </p:cNvPr>
          <p:cNvSpPr txBox="1"/>
          <p:nvPr/>
        </p:nvSpPr>
        <p:spPr>
          <a:xfrm>
            <a:off x="2520372" y="4615066"/>
            <a:ext cx="184731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sz="180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9310EA5-C8E6-478F-921A-E89880257DB5}"/>
              </a:ext>
            </a:extLst>
          </p:cNvPr>
          <p:cNvSpPr txBox="1"/>
          <p:nvPr/>
        </p:nvSpPr>
        <p:spPr>
          <a:xfrm>
            <a:off x="1655551" y="1706364"/>
            <a:ext cx="8421663" cy="480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📍 Objetivos Específicos: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Aplicar estratégias de alocação eficiente de ativos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Criar planos fiscais e tributários para maximizar lucros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Simular cenários macroeconômicos para tomada de decisão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Desenvolver plano de independência financeira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801" dirty="0">
              <a:solidFill>
                <a:srgbClr val="52525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🧠 Metodologia: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Aulas com mentores e especialistas (2x por semana, 2h cada)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Simulações com dados econômicos reais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Roteiros estratégicos personalizados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Estudos de casos reais e análise de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801" dirty="0">
              <a:solidFill>
                <a:srgbClr val="52525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✅ Resultados Esperados: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Montagem de portfólio de alta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Capacidade de operar com visão estratégica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Controle emocional e racional nas decisões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Caminho concreto para alcançar independência financeira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B67B0AE7-B3E4-451A-8871-141B382F6039}"/>
              </a:ext>
            </a:extLst>
          </p:cNvPr>
          <p:cNvSpPr txBox="1">
            <a:spLocks/>
          </p:cNvSpPr>
          <p:nvPr/>
        </p:nvSpPr>
        <p:spPr>
          <a:xfrm>
            <a:off x="1074030" y="10440"/>
            <a:ext cx="11629096" cy="1080000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 ZERO AO LUCRO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96ED073-565E-ABB4-B4BC-918D70CBF8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15719" y="5786044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738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E3161656-1C35-4DAA-BE6A-8EF563DAC9DB}"/>
              </a:ext>
            </a:extLst>
          </p:cNvPr>
          <p:cNvCxnSpPr>
            <a:cxnSpLocks/>
          </p:cNvCxnSpPr>
          <p:nvPr/>
        </p:nvCxnSpPr>
        <p:spPr>
          <a:xfrm>
            <a:off x="1206366" y="978568"/>
            <a:ext cx="1941095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C7C20ACA-DA2E-4371-8548-9F81844AC463}"/>
              </a:ext>
            </a:extLst>
          </p:cNvPr>
          <p:cNvCxnSpPr>
            <a:cxnSpLocks/>
          </p:cNvCxnSpPr>
          <p:nvPr/>
        </p:nvCxnSpPr>
        <p:spPr>
          <a:xfrm>
            <a:off x="3211178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78A628D6-CEA6-45BA-A8F9-D9F9895239B3}"/>
              </a:ext>
            </a:extLst>
          </p:cNvPr>
          <p:cNvCxnSpPr>
            <a:cxnSpLocks/>
          </p:cNvCxnSpPr>
          <p:nvPr/>
        </p:nvCxnSpPr>
        <p:spPr>
          <a:xfrm>
            <a:off x="3513105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66411D7-7FA3-4048-B439-EDDCA818F7C1}"/>
              </a:ext>
            </a:extLst>
          </p:cNvPr>
          <p:cNvSpPr txBox="1"/>
          <p:nvPr/>
        </p:nvSpPr>
        <p:spPr>
          <a:xfrm>
            <a:off x="1206365" y="1648371"/>
            <a:ext cx="9639825" cy="397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📚 </a:t>
            </a: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Módulos</a:t>
            </a:r>
          </a:p>
          <a:p>
            <a:endParaRPr lang="pt-BR" sz="1801" dirty="0">
              <a:solidFill>
                <a:srgbClr val="52525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Mentalidade de Alta Performance Financeira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Pensar como investidor profissional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Construção de Portfólio Estratégico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Seleção avançada de ativos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Alocação de Ativos em Cenários Variáveis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Ajustes conforme o mercado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Análise Macroeconômica para Investidores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Indicadores e tendências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Investimentos Internacionais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Como acessar o mercado global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Gestão de Riscos Avançada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Proteção contra volatilidade e perdas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Planejamento Tributário Estratégico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Otimize seus lucros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Simulações de Crises Econômicas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Teste suas decisões em cenários extremos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Proteção de Patrimônio e Previdência Privada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Olhar para o futuro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Modelos de </a:t>
            </a:r>
            <a:r>
              <a:rPr lang="pt-BR" sz="1801" b="1" dirty="0" err="1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Valuation</a:t>
            </a: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 Avaliação de Empresas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Preço justo e oportunidades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Estudo de Casos Reais de Alta Performance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Aprenda com quem chegou lá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1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Plano de Independência Financeira e Encerramento 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O seu roteiro final de liberdade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DA33611-98F0-4676-8CD0-0C6481783969}"/>
              </a:ext>
            </a:extLst>
          </p:cNvPr>
          <p:cNvSpPr txBox="1">
            <a:spLocks/>
          </p:cNvSpPr>
          <p:nvPr/>
        </p:nvSpPr>
        <p:spPr>
          <a:xfrm>
            <a:off x="1074030" y="10440"/>
            <a:ext cx="11629096" cy="1080000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 ZERO AO LUCRO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74522F8-2DC0-0A87-D74F-BCE9BDBDF7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15719" y="5786044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5189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m 41">
            <a:extLst>
              <a:ext uri="{FF2B5EF4-FFF2-40B4-BE49-F238E27FC236}">
                <a16:creationId xmlns:a16="http://schemas.microsoft.com/office/drawing/2014/main" id="{C47DE539-793C-4BE5-BB58-2DCF9A3C86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12192000" cy="6858000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0" y="2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9906000" y="0"/>
                </a:moveTo>
                <a:lnTo>
                  <a:pt x="0" y="0"/>
                </a:lnTo>
                <a:lnTo>
                  <a:pt x="0" y="6858000"/>
                </a:lnTo>
                <a:lnTo>
                  <a:pt x="9906000" y="6858000"/>
                </a:lnTo>
                <a:lnTo>
                  <a:pt x="9906000" y="0"/>
                </a:lnTo>
                <a:close/>
              </a:path>
            </a:pathLst>
          </a:custGeom>
          <a:solidFill>
            <a:srgbClr val="000000">
              <a:alpha val="89804"/>
            </a:srgbClr>
          </a:solidFill>
        </p:spPr>
        <p:txBody>
          <a:bodyPr wrap="square" lIns="0" tIns="0" rIns="0" bIns="0" rtlCol="0"/>
          <a:lstStyle/>
          <a:p>
            <a:endParaRPr sz="1801" dirty="0"/>
          </a:p>
        </p:txBody>
      </p:sp>
      <p:sp>
        <p:nvSpPr>
          <p:cNvPr id="3" name="object 3"/>
          <p:cNvSpPr/>
          <p:nvPr/>
        </p:nvSpPr>
        <p:spPr>
          <a:xfrm>
            <a:off x="1786890" y="3134272"/>
            <a:ext cx="45719" cy="619760"/>
          </a:xfrm>
          <a:custGeom>
            <a:avLst/>
            <a:gdLst/>
            <a:ahLst/>
            <a:cxnLst/>
            <a:rect l="l" t="t" r="r" b="b"/>
            <a:pathLst>
              <a:path h="619760">
                <a:moveTo>
                  <a:pt x="0" y="0"/>
                </a:moveTo>
                <a:lnTo>
                  <a:pt x="0" y="619506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4" name="object 4"/>
          <p:cNvSpPr txBox="1"/>
          <p:nvPr/>
        </p:nvSpPr>
        <p:spPr>
          <a:xfrm>
            <a:off x="2048662" y="3204599"/>
            <a:ext cx="4242956" cy="47910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defPPr>
              <a:defRPr lang="en-US"/>
            </a:defPPr>
            <a:lvl1pPr marL="12700">
              <a:spcBef>
                <a:spcPts val="135"/>
              </a:spcBef>
              <a:defRPr sz="3000" spc="90">
                <a:solidFill>
                  <a:srgbClr val="FFFFFF"/>
                </a:solidFill>
                <a:latin typeface="Segoe UI"/>
                <a:cs typeface="Segoe UI"/>
              </a:defRPr>
            </a:lvl1pPr>
          </a:lstStyle>
          <a:p>
            <a:r>
              <a:rPr lang="pt-BR" sz="3001" dirty="0"/>
              <a:t>NOSSA ESTRUTURA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8A46BFD-AE94-402E-9D96-E06E5DC509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15719" y="5786044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4060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A807CE6B-CE9E-FEBC-9C56-43169BE92B08}"/>
              </a:ext>
            </a:extLst>
          </p:cNvPr>
          <p:cNvSpPr txBox="1"/>
          <p:nvPr/>
        </p:nvSpPr>
        <p:spPr>
          <a:xfrm>
            <a:off x="748086" y="1341541"/>
            <a:ext cx="5896748" cy="3417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MCI está localizada na Rua </a:t>
            </a:r>
            <a:r>
              <a:rPr lang="pt-BR" sz="1801" dirty="0" err="1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Fumio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801" dirty="0" err="1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Miyazi</a:t>
            </a:r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141, sala 1412 no bairro do Boqueirão, Praia Grande - SP, situada no coração do centro comercial, uma das áreas mais valorizadas e acessíveis da cidade. Estamos sediados no moderno Meridian Prime Offices, um empreendimento arrojado que oferece conforto, segurança e infraestrutura de alto padrão.</a:t>
            </a:r>
          </a:p>
          <a:p>
            <a:pPr algn="just"/>
            <a:endParaRPr lang="pt-BR" sz="1801" dirty="0">
              <a:solidFill>
                <a:srgbClr val="52525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Essa localização privilegiada garante facilidade de acesso, estacionamento disponível e toda a comodidade necessária para nossos alunos, tornando a experiência de aprendizado ainda mais prática e agradável.</a:t>
            </a:r>
          </a:p>
        </p:txBody>
      </p:sp>
      <p:grpSp>
        <p:nvGrpSpPr>
          <p:cNvPr id="2394" name="Google Shape;1949;p68">
            <a:extLst>
              <a:ext uri="{FF2B5EF4-FFF2-40B4-BE49-F238E27FC236}">
                <a16:creationId xmlns:a16="http://schemas.microsoft.com/office/drawing/2014/main" id="{5F411257-9934-45F8-9C32-9EA9C0F18F58}"/>
              </a:ext>
            </a:extLst>
          </p:cNvPr>
          <p:cNvGrpSpPr/>
          <p:nvPr/>
        </p:nvGrpSpPr>
        <p:grpSpPr>
          <a:xfrm>
            <a:off x="2385022" y="4963427"/>
            <a:ext cx="2622876" cy="1333540"/>
            <a:chOff x="238125" y="1038125"/>
            <a:chExt cx="7146800" cy="3633625"/>
          </a:xfrm>
        </p:grpSpPr>
        <p:sp>
          <p:nvSpPr>
            <p:cNvPr id="2395" name="Google Shape;1950;p68">
              <a:extLst>
                <a:ext uri="{FF2B5EF4-FFF2-40B4-BE49-F238E27FC236}">
                  <a16:creationId xmlns:a16="http://schemas.microsoft.com/office/drawing/2014/main" id="{D8366301-1B1E-450C-BA6A-F5EAAA2814EA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396" name="Google Shape;1951;p68">
              <a:extLst>
                <a:ext uri="{FF2B5EF4-FFF2-40B4-BE49-F238E27FC236}">
                  <a16:creationId xmlns:a16="http://schemas.microsoft.com/office/drawing/2014/main" id="{3592016C-769A-4B0C-B5CE-508F7C8FEA28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397" name="Google Shape;1952;p68">
              <a:extLst>
                <a:ext uri="{FF2B5EF4-FFF2-40B4-BE49-F238E27FC236}">
                  <a16:creationId xmlns:a16="http://schemas.microsoft.com/office/drawing/2014/main" id="{48D306DF-DA10-4A97-9D3A-B9C619BA7550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398" name="Google Shape;1953;p68">
              <a:extLst>
                <a:ext uri="{FF2B5EF4-FFF2-40B4-BE49-F238E27FC236}">
                  <a16:creationId xmlns:a16="http://schemas.microsoft.com/office/drawing/2014/main" id="{D141C364-F04E-45C5-BB8A-7013FFE15FD4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399" name="Google Shape;1954;p68">
              <a:extLst>
                <a:ext uri="{FF2B5EF4-FFF2-40B4-BE49-F238E27FC236}">
                  <a16:creationId xmlns:a16="http://schemas.microsoft.com/office/drawing/2014/main" id="{DC0EB930-7B18-475E-92DB-91408EDE3F34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00" name="Google Shape;1955;p68">
              <a:extLst>
                <a:ext uri="{FF2B5EF4-FFF2-40B4-BE49-F238E27FC236}">
                  <a16:creationId xmlns:a16="http://schemas.microsoft.com/office/drawing/2014/main" id="{458E6760-BBF9-4AD7-B3B4-7DDE9359D466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01" name="Google Shape;1956;p68">
              <a:extLst>
                <a:ext uri="{FF2B5EF4-FFF2-40B4-BE49-F238E27FC236}">
                  <a16:creationId xmlns:a16="http://schemas.microsoft.com/office/drawing/2014/main" id="{B12CCE61-1268-492F-87FE-EB0626A0DE3C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02" name="Google Shape;1957;p68">
              <a:extLst>
                <a:ext uri="{FF2B5EF4-FFF2-40B4-BE49-F238E27FC236}">
                  <a16:creationId xmlns:a16="http://schemas.microsoft.com/office/drawing/2014/main" id="{EAEB518D-643D-420E-BDFA-DCBDF7103E45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03" name="Google Shape;1958;p68">
              <a:extLst>
                <a:ext uri="{FF2B5EF4-FFF2-40B4-BE49-F238E27FC236}">
                  <a16:creationId xmlns:a16="http://schemas.microsoft.com/office/drawing/2014/main" id="{B9869315-717A-43F6-9B8C-126C6EE01BD8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04" name="Google Shape;1959;p68">
              <a:extLst>
                <a:ext uri="{FF2B5EF4-FFF2-40B4-BE49-F238E27FC236}">
                  <a16:creationId xmlns:a16="http://schemas.microsoft.com/office/drawing/2014/main" id="{61071C41-8839-4902-987F-C6C7AE57C2A9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05" name="Google Shape;1960;p68">
              <a:extLst>
                <a:ext uri="{FF2B5EF4-FFF2-40B4-BE49-F238E27FC236}">
                  <a16:creationId xmlns:a16="http://schemas.microsoft.com/office/drawing/2014/main" id="{08692A71-9EEB-4D2C-96B4-E47EABD15EBE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06" name="Google Shape;1961;p68">
              <a:extLst>
                <a:ext uri="{FF2B5EF4-FFF2-40B4-BE49-F238E27FC236}">
                  <a16:creationId xmlns:a16="http://schemas.microsoft.com/office/drawing/2014/main" id="{2019D269-C5AD-405F-90C6-5326CA2E680E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07" name="Google Shape;1962;p68">
              <a:extLst>
                <a:ext uri="{FF2B5EF4-FFF2-40B4-BE49-F238E27FC236}">
                  <a16:creationId xmlns:a16="http://schemas.microsoft.com/office/drawing/2014/main" id="{8ED8B8BC-BEB0-4D0A-9D5B-0F532BA02489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08" name="Google Shape;1963;p68">
              <a:extLst>
                <a:ext uri="{FF2B5EF4-FFF2-40B4-BE49-F238E27FC236}">
                  <a16:creationId xmlns:a16="http://schemas.microsoft.com/office/drawing/2014/main" id="{9385470A-6F43-44D9-A590-8419E445F06D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09" name="Google Shape;1964;p68">
              <a:extLst>
                <a:ext uri="{FF2B5EF4-FFF2-40B4-BE49-F238E27FC236}">
                  <a16:creationId xmlns:a16="http://schemas.microsoft.com/office/drawing/2014/main" id="{3800ACAF-BAD5-48A3-B100-D012F78EFA40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10" name="Google Shape;1965;p68">
              <a:extLst>
                <a:ext uri="{FF2B5EF4-FFF2-40B4-BE49-F238E27FC236}">
                  <a16:creationId xmlns:a16="http://schemas.microsoft.com/office/drawing/2014/main" id="{23045510-20CC-40CC-95EE-2E712D029491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11" name="Google Shape;1966;p68">
              <a:extLst>
                <a:ext uri="{FF2B5EF4-FFF2-40B4-BE49-F238E27FC236}">
                  <a16:creationId xmlns:a16="http://schemas.microsoft.com/office/drawing/2014/main" id="{A9CEDD4D-DFBB-47B0-92DD-F97B69AAC5D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12" name="Google Shape;1967;p68">
              <a:extLst>
                <a:ext uri="{FF2B5EF4-FFF2-40B4-BE49-F238E27FC236}">
                  <a16:creationId xmlns:a16="http://schemas.microsoft.com/office/drawing/2014/main" id="{6A961BF6-A12C-436A-A949-28F6C6762B7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13" name="Google Shape;1968;p68">
              <a:extLst>
                <a:ext uri="{FF2B5EF4-FFF2-40B4-BE49-F238E27FC236}">
                  <a16:creationId xmlns:a16="http://schemas.microsoft.com/office/drawing/2014/main" id="{B828FA83-B7A8-4BD9-A0A9-19E9244FEFEB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14" name="Google Shape;1969;p68">
              <a:extLst>
                <a:ext uri="{FF2B5EF4-FFF2-40B4-BE49-F238E27FC236}">
                  <a16:creationId xmlns:a16="http://schemas.microsoft.com/office/drawing/2014/main" id="{445DDA69-CEAC-4DF3-B71E-33191D1E9276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15" name="Google Shape;1970;p68">
              <a:extLst>
                <a:ext uri="{FF2B5EF4-FFF2-40B4-BE49-F238E27FC236}">
                  <a16:creationId xmlns:a16="http://schemas.microsoft.com/office/drawing/2014/main" id="{83ACBC07-3054-4BC6-A42B-CA8712F3C91A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16" name="Google Shape;1971;p68">
              <a:extLst>
                <a:ext uri="{FF2B5EF4-FFF2-40B4-BE49-F238E27FC236}">
                  <a16:creationId xmlns:a16="http://schemas.microsoft.com/office/drawing/2014/main" id="{0581660C-80C5-4458-8731-66406F9D38CC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17" name="Google Shape;1972;p68">
              <a:extLst>
                <a:ext uri="{FF2B5EF4-FFF2-40B4-BE49-F238E27FC236}">
                  <a16:creationId xmlns:a16="http://schemas.microsoft.com/office/drawing/2014/main" id="{CEF59E50-6DD2-4048-9696-893A0A1E77FE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18" name="Google Shape;1973;p68">
              <a:extLst>
                <a:ext uri="{FF2B5EF4-FFF2-40B4-BE49-F238E27FC236}">
                  <a16:creationId xmlns:a16="http://schemas.microsoft.com/office/drawing/2014/main" id="{BF576861-9C4B-4319-9CE3-54CD21BF69BD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19" name="Google Shape;1974;p68">
              <a:extLst>
                <a:ext uri="{FF2B5EF4-FFF2-40B4-BE49-F238E27FC236}">
                  <a16:creationId xmlns:a16="http://schemas.microsoft.com/office/drawing/2014/main" id="{2314CD01-E639-4FA9-9F54-E412818191A8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20" name="Google Shape;1975;p68">
              <a:extLst>
                <a:ext uri="{FF2B5EF4-FFF2-40B4-BE49-F238E27FC236}">
                  <a16:creationId xmlns:a16="http://schemas.microsoft.com/office/drawing/2014/main" id="{CC1EB597-7B4B-45A9-98D0-16B16E06F4E8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21" name="Google Shape;1976;p68">
              <a:extLst>
                <a:ext uri="{FF2B5EF4-FFF2-40B4-BE49-F238E27FC236}">
                  <a16:creationId xmlns:a16="http://schemas.microsoft.com/office/drawing/2014/main" id="{AF31ED57-7C3D-48BF-A2B4-A806D245D87D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22" name="Google Shape;1977;p68">
              <a:extLst>
                <a:ext uri="{FF2B5EF4-FFF2-40B4-BE49-F238E27FC236}">
                  <a16:creationId xmlns:a16="http://schemas.microsoft.com/office/drawing/2014/main" id="{70071A0B-504A-4A3D-8D6A-22818520FAAA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23" name="Google Shape;1978;p68">
              <a:extLst>
                <a:ext uri="{FF2B5EF4-FFF2-40B4-BE49-F238E27FC236}">
                  <a16:creationId xmlns:a16="http://schemas.microsoft.com/office/drawing/2014/main" id="{68B5998C-5E69-415D-BA57-E3A60E435606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24" name="Google Shape;1979;p68">
              <a:extLst>
                <a:ext uri="{FF2B5EF4-FFF2-40B4-BE49-F238E27FC236}">
                  <a16:creationId xmlns:a16="http://schemas.microsoft.com/office/drawing/2014/main" id="{6BB2AF9F-561C-459C-BF98-94125A4C1FE8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25" name="Google Shape;1980;p68">
              <a:extLst>
                <a:ext uri="{FF2B5EF4-FFF2-40B4-BE49-F238E27FC236}">
                  <a16:creationId xmlns:a16="http://schemas.microsoft.com/office/drawing/2014/main" id="{D2DBC276-FA91-40E9-BE0D-A66F47AC6FD3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26" name="Google Shape;1981;p68">
              <a:extLst>
                <a:ext uri="{FF2B5EF4-FFF2-40B4-BE49-F238E27FC236}">
                  <a16:creationId xmlns:a16="http://schemas.microsoft.com/office/drawing/2014/main" id="{E8A46C9C-CB7A-4397-BCC3-B80B44D7A420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27" name="Google Shape;1982;p68">
              <a:extLst>
                <a:ext uri="{FF2B5EF4-FFF2-40B4-BE49-F238E27FC236}">
                  <a16:creationId xmlns:a16="http://schemas.microsoft.com/office/drawing/2014/main" id="{741930E6-3EBA-4DF9-AD64-83033B882D91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28" name="Google Shape;1983;p68">
              <a:extLst>
                <a:ext uri="{FF2B5EF4-FFF2-40B4-BE49-F238E27FC236}">
                  <a16:creationId xmlns:a16="http://schemas.microsoft.com/office/drawing/2014/main" id="{78FE796A-8307-4740-95ED-DB489F06ABF2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29" name="Google Shape;1984;p68">
              <a:extLst>
                <a:ext uri="{FF2B5EF4-FFF2-40B4-BE49-F238E27FC236}">
                  <a16:creationId xmlns:a16="http://schemas.microsoft.com/office/drawing/2014/main" id="{AD35C8A5-EDA6-4C37-A5B2-DC293C7E7679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30" name="Google Shape;1985;p68">
              <a:extLst>
                <a:ext uri="{FF2B5EF4-FFF2-40B4-BE49-F238E27FC236}">
                  <a16:creationId xmlns:a16="http://schemas.microsoft.com/office/drawing/2014/main" id="{5243B613-86B2-4EE2-833D-04E75A0637A4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31" name="Google Shape;1986;p68">
              <a:extLst>
                <a:ext uri="{FF2B5EF4-FFF2-40B4-BE49-F238E27FC236}">
                  <a16:creationId xmlns:a16="http://schemas.microsoft.com/office/drawing/2014/main" id="{70EFC5BF-CB38-4F8A-9FEE-6CC3866A8034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32" name="Google Shape;1987;p68">
              <a:extLst>
                <a:ext uri="{FF2B5EF4-FFF2-40B4-BE49-F238E27FC236}">
                  <a16:creationId xmlns:a16="http://schemas.microsoft.com/office/drawing/2014/main" id="{3893E0A8-5602-4DDD-A284-D1B3C285649C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33" name="Google Shape;1988;p68">
              <a:extLst>
                <a:ext uri="{FF2B5EF4-FFF2-40B4-BE49-F238E27FC236}">
                  <a16:creationId xmlns:a16="http://schemas.microsoft.com/office/drawing/2014/main" id="{AE8897F4-503A-4E3A-9BE4-81AC0D313641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34" name="Google Shape;1989;p68">
              <a:extLst>
                <a:ext uri="{FF2B5EF4-FFF2-40B4-BE49-F238E27FC236}">
                  <a16:creationId xmlns:a16="http://schemas.microsoft.com/office/drawing/2014/main" id="{7A41EEB3-A09B-4103-A70B-72E086057259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35" name="Google Shape;1990;p68">
              <a:extLst>
                <a:ext uri="{FF2B5EF4-FFF2-40B4-BE49-F238E27FC236}">
                  <a16:creationId xmlns:a16="http://schemas.microsoft.com/office/drawing/2014/main" id="{87667210-E616-4099-939A-94605D88B4CC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36" name="Google Shape;1991;p68">
              <a:extLst>
                <a:ext uri="{FF2B5EF4-FFF2-40B4-BE49-F238E27FC236}">
                  <a16:creationId xmlns:a16="http://schemas.microsoft.com/office/drawing/2014/main" id="{970B5659-C9AE-40E7-9C62-D74144FD26BA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37" name="Google Shape;1992;p68">
              <a:extLst>
                <a:ext uri="{FF2B5EF4-FFF2-40B4-BE49-F238E27FC236}">
                  <a16:creationId xmlns:a16="http://schemas.microsoft.com/office/drawing/2014/main" id="{563395D6-84B0-49E6-923E-3D5330E10964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38" name="Google Shape;1993;p68">
              <a:extLst>
                <a:ext uri="{FF2B5EF4-FFF2-40B4-BE49-F238E27FC236}">
                  <a16:creationId xmlns:a16="http://schemas.microsoft.com/office/drawing/2014/main" id="{733AC75E-A50F-4D26-9571-0F645531B6F5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39" name="Google Shape;1994;p68">
              <a:extLst>
                <a:ext uri="{FF2B5EF4-FFF2-40B4-BE49-F238E27FC236}">
                  <a16:creationId xmlns:a16="http://schemas.microsoft.com/office/drawing/2014/main" id="{67D34434-C120-404E-BA07-8D4B321D363F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40" name="Google Shape;1995;p68">
              <a:extLst>
                <a:ext uri="{FF2B5EF4-FFF2-40B4-BE49-F238E27FC236}">
                  <a16:creationId xmlns:a16="http://schemas.microsoft.com/office/drawing/2014/main" id="{C26B2B36-883E-436E-AF75-F8CC0AA465A8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41" name="Google Shape;1996;p68">
              <a:extLst>
                <a:ext uri="{FF2B5EF4-FFF2-40B4-BE49-F238E27FC236}">
                  <a16:creationId xmlns:a16="http://schemas.microsoft.com/office/drawing/2014/main" id="{8E01F8E6-C5F8-425C-975C-F7347B113E74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42" name="Google Shape;1997;p68">
              <a:extLst>
                <a:ext uri="{FF2B5EF4-FFF2-40B4-BE49-F238E27FC236}">
                  <a16:creationId xmlns:a16="http://schemas.microsoft.com/office/drawing/2014/main" id="{FC01AAB5-B18D-4319-A187-8C940E758299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43" name="Google Shape;1998;p68">
              <a:extLst>
                <a:ext uri="{FF2B5EF4-FFF2-40B4-BE49-F238E27FC236}">
                  <a16:creationId xmlns:a16="http://schemas.microsoft.com/office/drawing/2014/main" id="{FC3D8B1F-83D1-46A8-BF8A-F6FCA0B6BCFF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44" name="Google Shape;1999;p68">
              <a:extLst>
                <a:ext uri="{FF2B5EF4-FFF2-40B4-BE49-F238E27FC236}">
                  <a16:creationId xmlns:a16="http://schemas.microsoft.com/office/drawing/2014/main" id="{FA4CA09D-D230-41BB-9C8F-759B077AB0CD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45" name="Google Shape;2000;p68">
              <a:extLst>
                <a:ext uri="{FF2B5EF4-FFF2-40B4-BE49-F238E27FC236}">
                  <a16:creationId xmlns:a16="http://schemas.microsoft.com/office/drawing/2014/main" id="{406E75B4-EA6E-428F-BD06-6DEC867798E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46" name="Google Shape;2001;p68">
              <a:extLst>
                <a:ext uri="{FF2B5EF4-FFF2-40B4-BE49-F238E27FC236}">
                  <a16:creationId xmlns:a16="http://schemas.microsoft.com/office/drawing/2014/main" id="{E65224E8-8F6C-4477-B363-B51CB87982E7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47" name="Google Shape;2002;p68">
              <a:extLst>
                <a:ext uri="{FF2B5EF4-FFF2-40B4-BE49-F238E27FC236}">
                  <a16:creationId xmlns:a16="http://schemas.microsoft.com/office/drawing/2014/main" id="{3B70893C-E114-416A-A955-82125969353C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48" name="Google Shape;2003;p68">
              <a:extLst>
                <a:ext uri="{FF2B5EF4-FFF2-40B4-BE49-F238E27FC236}">
                  <a16:creationId xmlns:a16="http://schemas.microsoft.com/office/drawing/2014/main" id="{5514D3EB-ABEF-4A9E-B377-450EEFFB828C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49" name="Google Shape;2004;p68">
              <a:extLst>
                <a:ext uri="{FF2B5EF4-FFF2-40B4-BE49-F238E27FC236}">
                  <a16:creationId xmlns:a16="http://schemas.microsoft.com/office/drawing/2014/main" id="{8B6BF881-B60A-4CC3-9D38-C1312A497845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50" name="Google Shape;2005;p68">
              <a:extLst>
                <a:ext uri="{FF2B5EF4-FFF2-40B4-BE49-F238E27FC236}">
                  <a16:creationId xmlns:a16="http://schemas.microsoft.com/office/drawing/2014/main" id="{57E155F5-04E1-424D-8681-6A988824CA4F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51" name="Google Shape;2006;p68">
              <a:extLst>
                <a:ext uri="{FF2B5EF4-FFF2-40B4-BE49-F238E27FC236}">
                  <a16:creationId xmlns:a16="http://schemas.microsoft.com/office/drawing/2014/main" id="{B4534A7C-CEAF-4567-B721-B753634730B8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52" name="Google Shape;2007;p68">
              <a:extLst>
                <a:ext uri="{FF2B5EF4-FFF2-40B4-BE49-F238E27FC236}">
                  <a16:creationId xmlns:a16="http://schemas.microsoft.com/office/drawing/2014/main" id="{3E4ED21F-ECFA-41F2-8A88-21C3BC0B952D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53" name="Google Shape;2008;p68">
              <a:extLst>
                <a:ext uri="{FF2B5EF4-FFF2-40B4-BE49-F238E27FC236}">
                  <a16:creationId xmlns:a16="http://schemas.microsoft.com/office/drawing/2014/main" id="{4C7FBEE8-1A91-4509-9A62-353272F21EBC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54" name="Google Shape;2009;p68">
              <a:extLst>
                <a:ext uri="{FF2B5EF4-FFF2-40B4-BE49-F238E27FC236}">
                  <a16:creationId xmlns:a16="http://schemas.microsoft.com/office/drawing/2014/main" id="{72E36600-58D8-46F2-8100-F6761904933F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55" name="Google Shape;2010;p68">
              <a:extLst>
                <a:ext uri="{FF2B5EF4-FFF2-40B4-BE49-F238E27FC236}">
                  <a16:creationId xmlns:a16="http://schemas.microsoft.com/office/drawing/2014/main" id="{AB0B11A0-EC42-4DD4-9D53-389DD7D4E5A7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56" name="Google Shape;2011;p68">
              <a:extLst>
                <a:ext uri="{FF2B5EF4-FFF2-40B4-BE49-F238E27FC236}">
                  <a16:creationId xmlns:a16="http://schemas.microsoft.com/office/drawing/2014/main" id="{2867F509-2423-43E4-B4F0-5AADCE3A82C4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57" name="Google Shape;2012;p68">
              <a:extLst>
                <a:ext uri="{FF2B5EF4-FFF2-40B4-BE49-F238E27FC236}">
                  <a16:creationId xmlns:a16="http://schemas.microsoft.com/office/drawing/2014/main" id="{5342DA2E-0CE6-4CEC-8590-2DB79F8D3933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58" name="Google Shape;2013;p68">
              <a:extLst>
                <a:ext uri="{FF2B5EF4-FFF2-40B4-BE49-F238E27FC236}">
                  <a16:creationId xmlns:a16="http://schemas.microsoft.com/office/drawing/2014/main" id="{80E0A2B9-AF7E-43AC-AE28-6A47FF40386A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59" name="Google Shape;2014;p68">
              <a:extLst>
                <a:ext uri="{FF2B5EF4-FFF2-40B4-BE49-F238E27FC236}">
                  <a16:creationId xmlns:a16="http://schemas.microsoft.com/office/drawing/2014/main" id="{F81D26F6-0188-49DD-9A3B-8A093BA5101C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60" name="Google Shape;2015;p68">
              <a:extLst>
                <a:ext uri="{FF2B5EF4-FFF2-40B4-BE49-F238E27FC236}">
                  <a16:creationId xmlns:a16="http://schemas.microsoft.com/office/drawing/2014/main" id="{70369011-A407-4693-9A2B-ACDEA3090F6D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61" name="Google Shape;2016;p68">
              <a:extLst>
                <a:ext uri="{FF2B5EF4-FFF2-40B4-BE49-F238E27FC236}">
                  <a16:creationId xmlns:a16="http://schemas.microsoft.com/office/drawing/2014/main" id="{07366645-970D-4592-9F5C-8D2CF03F7860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62" name="Google Shape;2017;p68">
              <a:extLst>
                <a:ext uri="{FF2B5EF4-FFF2-40B4-BE49-F238E27FC236}">
                  <a16:creationId xmlns:a16="http://schemas.microsoft.com/office/drawing/2014/main" id="{BA87F1E9-725A-469C-9048-6AF4FAD5639E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63" name="Google Shape;2018;p68">
              <a:extLst>
                <a:ext uri="{FF2B5EF4-FFF2-40B4-BE49-F238E27FC236}">
                  <a16:creationId xmlns:a16="http://schemas.microsoft.com/office/drawing/2014/main" id="{67D42B28-8EC8-49EB-95F8-2D0ECF9F2ABF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64" name="Google Shape;2019;p68">
              <a:extLst>
                <a:ext uri="{FF2B5EF4-FFF2-40B4-BE49-F238E27FC236}">
                  <a16:creationId xmlns:a16="http://schemas.microsoft.com/office/drawing/2014/main" id="{D9FC0E72-278C-4F2F-898E-C4C407553F4B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65" name="Google Shape;2020;p68">
              <a:extLst>
                <a:ext uri="{FF2B5EF4-FFF2-40B4-BE49-F238E27FC236}">
                  <a16:creationId xmlns:a16="http://schemas.microsoft.com/office/drawing/2014/main" id="{D994D2B6-2C7E-4EA9-B29F-60F46C33D93B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66" name="Google Shape;2021;p68">
              <a:extLst>
                <a:ext uri="{FF2B5EF4-FFF2-40B4-BE49-F238E27FC236}">
                  <a16:creationId xmlns:a16="http://schemas.microsoft.com/office/drawing/2014/main" id="{B3B076B1-B974-4AC5-8AE1-E532EF0B7606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67" name="Google Shape;2022;p68">
              <a:extLst>
                <a:ext uri="{FF2B5EF4-FFF2-40B4-BE49-F238E27FC236}">
                  <a16:creationId xmlns:a16="http://schemas.microsoft.com/office/drawing/2014/main" id="{A8BD9120-43C6-4A84-839B-49FD0F2E9275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68" name="Google Shape;2023;p68">
              <a:extLst>
                <a:ext uri="{FF2B5EF4-FFF2-40B4-BE49-F238E27FC236}">
                  <a16:creationId xmlns:a16="http://schemas.microsoft.com/office/drawing/2014/main" id="{1984697A-C6D0-45E4-AF90-3F8D1B792D2D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69" name="Google Shape;2024;p68">
              <a:extLst>
                <a:ext uri="{FF2B5EF4-FFF2-40B4-BE49-F238E27FC236}">
                  <a16:creationId xmlns:a16="http://schemas.microsoft.com/office/drawing/2014/main" id="{720E9350-1A10-42A9-BC3C-086A4D3893F5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70" name="Google Shape;2025;p68">
              <a:extLst>
                <a:ext uri="{FF2B5EF4-FFF2-40B4-BE49-F238E27FC236}">
                  <a16:creationId xmlns:a16="http://schemas.microsoft.com/office/drawing/2014/main" id="{D8572C4A-C359-4F84-86A4-F9EC532BBAE5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71" name="Google Shape;2026;p68">
              <a:extLst>
                <a:ext uri="{FF2B5EF4-FFF2-40B4-BE49-F238E27FC236}">
                  <a16:creationId xmlns:a16="http://schemas.microsoft.com/office/drawing/2014/main" id="{C126A7AB-88E1-4956-8A36-4D6979937205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72" name="Google Shape;2027;p68">
              <a:extLst>
                <a:ext uri="{FF2B5EF4-FFF2-40B4-BE49-F238E27FC236}">
                  <a16:creationId xmlns:a16="http://schemas.microsoft.com/office/drawing/2014/main" id="{9736665E-9C15-460B-877C-7933B5DA5B02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73" name="Google Shape;2028;p68">
              <a:extLst>
                <a:ext uri="{FF2B5EF4-FFF2-40B4-BE49-F238E27FC236}">
                  <a16:creationId xmlns:a16="http://schemas.microsoft.com/office/drawing/2014/main" id="{930CB0A9-E45A-4859-81E1-4C98B8A5FBD4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74" name="Google Shape;2029;p68">
              <a:extLst>
                <a:ext uri="{FF2B5EF4-FFF2-40B4-BE49-F238E27FC236}">
                  <a16:creationId xmlns:a16="http://schemas.microsoft.com/office/drawing/2014/main" id="{BDBD6643-6935-4168-9536-563C31294D0B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75" name="Google Shape;2030;p68">
              <a:extLst>
                <a:ext uri="{FF2B5EF4-FFF2-40B4-BE49-F238E27FC236}">
                  <a16:creationId xmlns:a16="http://schemas.microsoft.com/office/drawing/2014/main" id="{352866E2-DB90-4FFD-A259-92E9F0E6702A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76" name="Google Shape;2031;p68">
              <a:extLst>
                <a:ext uri="{FF2B5EF4-FFF2-40B4-BE49-F238E27FC236}">
                  <a16:creationId xmlns:a16="http://schemas.microsoft.com/office/drawing/2014/main" id="{11B26CB1-825F-4B98-BB5D-ACF16C6D8D45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77" name="Google Shape;2032;p68">
              <a:extLst>
                <a:ext uri="{FF2B5EF4-FFF2-40B4-BE49-F238E27FC236}">
                  <a16:creationId xmlns:a16="http://schemas.microsoft.com/office/drawing/2014/main" id="{AF7FFE70-3906-4C60-B5BA-E5234EC4C64B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78" name="Google Shape;2033;p68">
              <a:extLst>
                <a:ext uri="{FF2B5EF4-FFF2-40B4-BE49-F238E27FC236}">
                  <a16:creationId xmlns:a16="http://schemas.microsoft.com/office/drawing/2014/main" id="{CD1753F6-A3FA-414E-9ED6-99761AB11346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79" name="Google Shape;2034;p68">
              <a:extLst>
                <a:ext uri="{FF2B5EF4-FFF2-40B4-BE49-F238E27FC236}">
                  <a16:creationId xmlns:a16="http://schemas.microsoft.com/office/drawing/2014/main" id="{AA464575-9669-4F10-A92D-DA51F96BA248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80" name="Google Shape;2035;p68">
              <a:extLst>
                <a:ext uri="{FF2B5EF4-FFF2-40B4-BE49-F238E27FC236}">
                  <a16:creationId xmlns:a16="http://schemas.microsoft.com/office/drawing/2014/main" id="{FD133158-08B4-4206-B91E-6B5222F619E8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81" name="Google Shape;2036;p68">
              <a:extLst>
                <a:ext uri="{FF2B5EF4-FFF2-40B4-BE49-F238E27FC236}">
                  <a16:creationId xmlns:a16="http://schemas.microsoft.com/office/drawing/2014/main" id="{1D5B811A-B020-4E20-B926-D4A4568D197B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82" name="Google Shape;2037;p68">
              <a:extLst>
                <a:ext uri="{FF2B5EF4-FFF2-40B4-BE49-F238E27FC236}">
                  <a16:creationId xmlns:a16="http://schemas.microsoft.com/office/drawing/2014/main" id="{A9E23091-A827-4F70-8D84-F37C7D8585B5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83" name="Google Shape;2038;p68">
              <a:extLst>
                <a:ext uri="{FF2B5EF4-FFF2-40B4-BE49-F238E27FC236}">
                  <a16:creationId xmlns:a16="http://schemas.microsoft.com/office/drawing/2014/main" id="{50DC47C6-2F9B-4D24-B226-27133B0726D7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84" name="Google Shape;2039;p68">
              <a:extLst>
                <a:ext uri="{FF2B5EF4-FFF2-40B4-BE49-F238E27FC236}">
                  <a16:creationId xmlns:a16="http://schemas.microsoft.com/office/drawing/2014/main" id="{A4F33BF5-4602-4942-AB4B-DE950F3A07D6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85" name="Google Shape;2040;p68">
              <a:extLst>
                <a:ext uri="{FF2B5EF4-FFF2-40B4-BE49-F238E27FC236}">
                  <a16:creationId xmlns:a16="http://schemas.microsoft.com/office/drawing/2014/main" id="{4E7B4233-B648-49ED-BEC2-82BD96571485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86" name="Google Shape;2041;p68">
              <a:extLst>
                <a:ext uri="{FF2B5EF4-FFF2-40B4-BE49-F238E27FC236}">
                  <a16:creationId xmlns:a16="http://schemas.microsoft.com/office/drawing/2014/main" id="{1F90261A-9005-4BA9-967E-13C086C1C172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87" name="Google Shape;2042;p68">
              <a:extLst>
                <a:ext uri="{FF2B5EF4-FFF2-40B4-BE49-F238E27FC236}">
                  <a16:creationId xmlns:a16="http://schemas.microsoft.com/office/drawing/2014/main" id="{421F391F-3201-4EDE-9078-E7D2AB8F1D92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88" name="Google Shape;2043;p68">
              <a:extLst>
                <a:ext uri="{FF2B5EF4-FFF2-40B4-BE49-F238E27FC236}">
                  <a16:creationId xmlns:a16="http://schemas.microsoft.com/office/drawing/2014/main" id="{40CBE9A2-273D-40D6-AAF1-432118A2171A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89" name="Google Shape;2044;p68">
              <a:extLst>
                <a:ext uri="{FF2B5EF4-FFF2-40B4-BE49-F238E27FC236}">
                  <a16:creationId xmlns:a16="http://schemas.microsoft.com/office/drawing/2014/main" id="{CB46B9A1-29E5-4F6B-9D38-FADC1CEC7382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90" name="Google Shape;2045;p68">
              <a:extLst>
                <a:ext uri="{FF2B5EF4-FFF2-40B4-BE49-F238E27FC236}">
                  <a16:creationId xmlns:a16="http://schemas.microsoft.com/office/drawing/2014/main" id="{45AF1B40-1259-4399-B328-B4AAF2FA8695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91" name="Google Shape;2046;p68">
              <a:extLst>
                <a:ext uri="{FF2B5EF4-FFF2-40B4-BE49-F238E27FC236}">
                  <a16:creationId xmlns:a16="http://schemas.microsoft.com/office/drawing/2014/main" id="{964C247C-C820-41F5-8A55-C006D2AB0279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92" name="Google Shape;2047;p68">
              <a:extLst>
                <a:ext uri="{FF2B5EF4-FFF2-40B4-BE49-F238E27FC236}">
                  <a16:creationId xmlns:a16="http://schemas.microsoft.com/office/drawing/2014/main" id="{723CA6FB-FD2C-4900-97F3-78C8C6DC5A37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93" name="Google Shape;2048;p68">
              <a:extLst>
                <a:ext uri="{FF2B5EF4-FFF2-40B4-BE49-F238E27FC236}">
                  <a16:creationId xmlns:a16="http://schemas.microsoft.com/office/drawing/2014/main" id="{0A8A4463-2919-47D0-9719-FAEFC2DD4EAA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94" name="Google Shape;2049;p68">
              <a:extLst>
                <a:ext uri="{FF2B5EF4-FFF2-40B4-BE49-F238E27FC236}">
                  <a16:creationId xmlns:a16="http://schemas.microsoft.com/office/drawing/2014/main" id="{1DD1A853-EC50-4884-8674-7D80B53A6CD7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95" name="Google Shape;2050;p68">
              <a:extLst>
                <a:ext uri="{FF2B5EF4-FFF2-40B4-BE49-F238E27FC236}">
                  <a16:creationId xmlns:a16="http://schemas.microsoft.com/office/drawing/2014/main" id="{F16B3B3B-9BB4-4E99-BC19-AA1EC562896E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96" name="Google Shape;2051;p68">
              <a:extLst>
                <a:ext uri="{FF2B5EF4-FFF2-40B4-BE49-F238E27FC236}">
                  <a16:creationId xmlns:a16="http://schemas.microsoft.com/office/drawing/2014/main" id="{0BE11C5E-A547-426C-99F4-FC7D3098AD8C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97" name="Google Shape;2052;p68">
              <a:extLst>
                <a:ext uri="{FF2B5EF4-FFF2-40B4-BE49-F238E27FC236}">
                  <a16:creationId xmlns:a16="http://schemas.microsoft.com/office/drawing/2014/main" id="{DC3140DF-CE4F-4787-B735-0F090C48A0F6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98" name="Google Shape;2053;p68">
              <a:extLst>
                <a:ext uri="{FF2B5EF4-FFF2-40B4-BE49-F238E27FC236}">
                  <a16:creationId xmlns:a16="http://schemas.microsoft.com/office/drawing/2014/main" id="{72317678-37C8-4B5C-8386-B1C9E922B253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499" name="Google Shape;2054;p68">
              <a:extLst>
                <a:ext uri="{FF2B5EF4-FFF2-40B4-BE49-F238E27FC236}">
                  <a16:creationId xmlns:a16="http://schemas.microsoft.com/office/drawing/2014/main" id="{07466AD1-1188-4119-B507-BB454CE9A15B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00" name="Google Shape;2055;p68">
              <a:extLst>
                <a:ext uri="{FF2B5EF4-FFF2-40B4-BE49-F238E27FC236}">
                  <a16:creationId xmlns:a16="http://schemas.microsoft.com/office/drawing/2014/main" id="{D8A76F93-FE30-470D-BBD7-C85804A3F52B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01" name="Google Shape;2056;p68">
              <a:extLst>
                <a:ext uri="{FF2B5EF4-FFF2-40B4-BE49-F238E27FC236}">
                  <a16:creationId xmlns:a16="http://schemas.microsoft.com/office/drawing/2014/main" id="{A5025051-5D4B-4E40-AD47-DF5C680F1E7E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02" name="Google Shape;2057;p68">
              <a:extLst>
                <a:ext uri="{FF2B5EF4-FFF2-40B4-BE49-F238E27FC236}">
                  <a16:creationId xmlns:a16="http://schemas.microsoft.com/office/drawing/2014/main" id="{76A0B529-2442-4BA0-B909-715E25EB0175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03" name="Google Shape;2058;p68">
              <a:extLst>
                <a:ext uri="{FF2B5EF4-FFF2-40B4-BE49-F238E27FC236}">
                  <a16:creationId xmlns:a16="http://schemas.microsoft.com/office/drawing/2014/main" id="{9FD7F826-8FDE-44DE-8708-78F6414A12BE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04" name="Google Shape;2059;p68">
              <a:extLst>
                <a:ext uri="{FF2B5EF4-FFF2-40B4-BE49-F238E27FC236}">
                  <a16:creationId xmlns:a16="http://schemas.microsoft.com/office/drawing/2014/main" id="{D3AC0DC0-A590-47B6-8922-864A8CE8B503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05" name="Google Shape;2060;p68">
              <a:extLst>
                <a:ext uri="{FF2B5EF4-FFF2-40B4-BE49-F238E27FC236}">
                  <a16:creationId xmlns:a16="http://schemas.microsoft.com/office/drawing/2014/main" id="{5CC0FCC3-24AC-430F-BF55-E573A6BE11CC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06" name="Google Shape;2061;p68">
              <a:extLst>
                <a:ext uri="{FF2B5EF4-FFF2-40B4-BE49-F238E27FC236}">
                  <a16:creationId xmlns:a16="http://schemas.microsoft.com/office/drawing/2014/main" id="{5CB706B4-7C13-4DDC-9DFF-72BD44BF8EA6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07" name="Google Shape;2062;p68">
              <a:extLst>
                <a:ext uri="{FF2B5EF4-FFF2-40B4-BE49-F238E27FC236}">
                  <a16:creationId xmlns:a16="http://schemas.microsoft.com/office/drawing/2014/main" id="{178AAD0E-A188-454B-95D3-1CCB97213664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08" name="Google Shape;2063;p68">
              <a:extLst>
                <a:ext uri="{FF2B5EF4-FFF2-40B4-BE49-F238E27FC236}">
                  <a16:creationId xmlns:a16="http://schemas.microsoft.com/office/drawing/2014/main" id="{8423713B-94AA-472F-81AB-F37A0168D3BF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09" name="Google Shape;2064;p68">
              <a:extLst>
                <a:ext uri="{FF2B5EF4-FFF2-40B4-BE49-F238E27FC236}">
                  <a16:creationId xmlns:a16="http://schemas.microsoft.com/office/drawing/2014/main" id="{2A3D246B-9720-42A5-9017-AC2E16C3A910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10" name="Google Shape;2065;p68">
              <a:extLst>
                <a:ext uri="{FF2B5EF4-FFF2-40B4-BE49-F238E27FC236}">
                  <a16:creationId xmlns:a16="http://schemas.microsoft.com/office/drawing/2014/main" id="{AFCFD815-829C-4981-9C5D-5A094DE5B5BC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11" name="Google Shape;2066;p68">
              <a:extLst>
                <a:ext uri="{FF2B5EF4-FFF2-40B4-BE49-F238E27FC236}">
                  <a16:creationId xmlns:a16="http://schemas.microsoft.com/office/drawing/2014/main" id="{AD6B0F4E-8A19-45E4-9A40-FB6CFDAF2E9D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12" name="Google Shape;2067;p68">
              <a:extLst>
                <a:ext uri="{FF2B5EF4-FFF2-40B4-BE49-F238E27FC236}">
                  <a16:creationId xmlns:a16="http://schemas.microsoft.com/office/drawing/2014/main" id="{9792893B-42C9-4F97-A2A1-01A5B94A8522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13" name="Google Shape;2068;p68">
              <a:extLst>
                <a:ext uri="{FF2B5EF4-FFF2-40B4-BE49-F238E27FC236}">
                  <a16:creationId xmlns:a16="http://schemas.microsoft.com/office/drawing/2014/main" id="{E40C27A7-EC70-44A5-8E11-19484FB5A2B3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14" name="Google Shape;2069;p68">
              <a:extLst>
                <a:ext uri="{FF2B5EF4-FFF2-40B4-BE49-F238E27FC236}">
                  <a16:creationId xmlns:a16="http://schemas.microsoft.com/office/drawing/2014/main" id="{DA3AA213-D1A3-4416-9F8F-C562A5CA5BAB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15" name="Google Shape;2070;p68">
              <a:extLst>
                <a:ext uri="{FF2B5EF4-FFF2-40B4-BE49-F238E27FC236}">
                  <a16:creationId xmlns:a16="http://schemas.microsoft.com/office/drawing/2014/main" id="{E6F61164-2E71-429A-A243-0235AB05CDC2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16" name="Google Shape;2071;p68">
              <a:extLst>
                <a:ext uri="{FF2B5EF4-FFF2-40B4-BE49-F238E27FC236}">
                  <a16:creationId xmlns:a16="http://schemas.microsoft.com/office/drawing/2014/main" id="{DADE762C-954A-4B97-B13E-33E0CBBB4B86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17" name="Google Shape;2072;p68">
              <a:extLst>
                <a:ext uri="{FF2B5EF4-FFF2-40B4-BE49-F238E27FC236}">
                  <a16:creationId xmlns:a16="http://schemas.microsoft.com/office/drawing/2014/main" id="{74836C9E-AC77-4784-9586-9A6A06123CAE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18" name="Google Shape;2073;p68">
              <a:extLst>
                <a:ext uri="{FF2B5EF4-FFF2-40B4-BE49-F238E27FC236}">
                  <a16:creationId xmlns:a16="http://schemas.microsoft.com/office/drawing/2014/main" id="{2BD621AF-1C95-4FE7-9F63-9A83C20B7693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19" name="Google Shape;2074;p68">
              <a:extLst>
                <a:ext uri="{FF2B5EF4-FFF2-40B4-BE49-F238E27FC236}">
                  <a16:creationId xmlns:a16="http://schemas.microsoft.com/office/drawing/2014/main" id="{BAE92914-0866-411D-92B8-2F74C6FDE526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20" name="Google Shape;2075;p68">
              <a:extLst>
                <a:ext uri="{FF2B5EF4-FFF2-40B4-BE49-F238E27FC236}">
                  <a16:creationId xmlns:a16="http://schemas.microsoft.com/office/drawing/2014/main" id="{C8FF8598-4F70-4949-9A4C-22D81FBB642D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21" name="Google Shape;2076;p68">
              <a:extLst>
                <a:ext uri="{FF2B5EF4-FFF2-40B4-BE49-F238E27FC236}">
                  <a16:creationId xmlns:a16="http://schemas.microsoft.com/office/drawing/2014/main" id="{7C2AADBA-42AF-4657-A32C-F275E606F7C3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22" name="Google Shape;2077;p68">
              <a:extLst>
                <a:ext uri="{FF2B5EF4-FFF2-40B4-BE49-F238E27FC236}">
                  <a16:creationId xmlns:a16="http://schemas.microsoft.com/office/drawing/2014/main" id="{2F2E0776-A332-450F-AE67-45B5C9D25448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23" name="Google Shape;2078;p68">
              <a:extLst>
                <a:ext uri="{FF2B5EF4-FFF2-40B4-BE49-F238E27FC236}">
                  <a16:creationId xmlns:a16="http://schemas.microsoft.com/office/drawing/2014/main" id="{EF652486-EE9E-4D2E-B129-1794DFCB6A02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24" name="Google Shape;2079;p68">
              <a:extLst>
                <a:ext uri="{FF2B5EF4-FFF2-40B4-BE49-F238E27FC236}">
                  <a16:creationId xmlns:a16="http://schemas.microsoft.com/office/drawing/2014/main" id="{19CA9FB8-F7E8-4211-9242-399AB0D2E6F3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25" name="Google Shape;2080;p68">
              <a:extLst>
                <a:ext uri="{FF2B5EF4-FFF2-40B4-BE49-F238E27FC236}">
                  <a16:creationId xmlns:a16="http://schemas.microsoft.com/office/drawing/2014/main" id="{A44C4F3B-8A8C-40F0-B399-F2F0CEEBDCB1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26" name="Google Shape;2081;p68">
              <a:extLst>
                <a:ext uri="{FF2B5EF4-FFF2-40B4-BE49-F238E27FC236}">
                  <a16:creationId xmlns:a16="http://schemas.microsoft.com/office/drawing/2014/main" id="{D9DA8B50-872C-4129-A21F-3FB4BDDD930C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27" name="Google Shape;2082;p68">
              <a:extLst>
                <a:ext uri="{FF2B5EF4-FFF2-40B4-BE49-F238E27FC236}">
                  <a16:creationId xmlns:a16="http://schemas.microsoft.com/office/drawing/2014/main" id="{62360627-4ED0-4176-B935-D8E4EA55EA97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28" name="Google Shape;2083;p68">
              <a:extLst>
                <a:ext uri="{FF2B5EF4-FFF2-40B4-BE49-F238E27FC236}">
                  <a16:creationId xmlns:a16="http://schemas.microsoft.com/office/drawing/2014/main" id="{E0E49AC3-DFA6-4D05-97ED-AB948043FB53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29" name="Google Shape;2084;p68">
              <a:extLst>
                <a:ext uri="{FF2B5EF4-FFF2-40B4-BE49-F238E27FC236}">
                  <a16:creationId xmlns:a16="http://schemas.microsoft.com/office/drawing/2014/main" id="{0D27C092-4731-4B83-928F-55B1712FBB45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30" name="Google Shape;2085;p68">
              <a:extLst>
                <a:ext uri="{FF2B5EF4-FFF2-40B4-BE49-F238E27FC236}">
                  <a16:creationId xmlns:a16="http://schemas.microsoft.com/office/drawing/2014/main" id="{F0DC6A1D-97CC-402E-9DA8-92BDA309F3A1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31" name="Google Shape;2086;p68">
              <a:extLst>
                <a:ext uri="{FF2B5EF4-FFF2-40B4-BE49-F238E27FC236}">
                  <a16:creationId xmlns:a16="http://schemas.microsoft.com/office/drawing/2014/main" id="{9737187D-C7CD-4D19-9647-F197EB44AD57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32" name="Google Shape;2087;p68">
              <a:extLst>
                <a:ext uri="{FF2B5EF4-FFF2-40B4-BE49-F238E27FC236}">
                  <a16:creationId xmlns:a16="http://schemas.microsoft.com/office/drawing/2014/main" id="{E32706D9-F0B0-4AA2-B95F-C8AA64F3D7FA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33" name="Google Shape;2088;p68">
              <a:extLst>
                <a:ext uri="{FF2B5EF4-FFF2-40B4-BE49-F238E27FC236}">
                  <a16:creationId xmlns:a16="http://schemas.microsoft.com/office/drawing/2014/main" id="{C7B90536-D404-4C38-9F76-FC1445303223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34" name="Google Shape;2089;p68">
              <a:extLst>
                <a:ext uri="{FF2B5EF4-FFF2-40B4-BE49-F238E27FC236}">
                  <a16:creationId xmlns:a16="http://schemas.microsoft.com/office/drawing/2014/main" id="{14410EE6-2F7E-46CF-99C5-4C38B86AF097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35" name="Google Shape;2090;p68">
              <a:extLst>
                <a:ext uri="{FF2B5EF4-FFF2-40B4-BE49-F238E27FC236}">
                  <a16:creationId xmlns:a16="http://schemas.microsoft.com/office/drawing/2014/main" id="{B5D7980F-C849-4515-A1E3-5CCC1D531759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36" name="Google Shape;2091;p68">
              <a:extLst>
                <a:ext uri="{FF2B5EF4-FFF2-40B4-BE49-F238E27FC236}">
                  <a16:creationId xmlns:a16="http://schemas.microsoft.com/office/drawing/2014/main" id="{E4F49C39-C371-4907-B17B-34D4067F54E4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37" name="Google Shape;2092;p68">
              <a:extLst>
                <a:ext uri="{FF2B5EF4-FFF2-40B4-BE49-F238E27FC236}">
                  <a16:creationId xmlns:a16="http://schemas.microsoft.com/office/drawing/2014/main" id="{84273362-FD93-4455-87FD-351933490163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38" name="Google Shape;2093;p68">
              <a:extLst>
                <a:ext uri="{FF2B5EF4-FFF2-40B4-BE49-F238E27FC236}">
                  <a16:creationId xmlns:a16="http://schemas.microsoft.com/office/drawing/2014/main" id="{3EC1D472-DDD0-4D4F-8B35-D2DF7A0366B0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39" name="Google Shape;2094;p68">
              <a:extLst>
                <a:ext uri="{FF2B5EF4-FFF2-40B4-BE49-F238E27FC236}">
                  <a16:creationId xmlns:a16="http://schemas.microsoft.com/office/drawing/2014/main" id="{CB927502-F299-460C-9A9B-EEE789E79BF8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40" name="Google Shape;2095;p68">
              <a:extLst>
                <a:ext uri="{FF2B5EF4-FFF2-40B4-BE49-F238E27FC236}">
                  <a16:creationId xmlns:a16="http://schemas.microsoft.com/office/drawing/2014/main" id="{3CF4AB81-4172-409A-8448-DBC3B9B0ACAC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41" name="Google Shape;2096;p68">
              <a:extLst>
                <a:ext uri="{FF2B5EF4-FFF2-40B4-BE49-F238E27FC236}">
                  <a16:creationId xmlns:a16="http://schemas.microsoft.com/office/drawing/2014/main" id="{843AD63B-BD86-4F88-8A9E-2E349A52E59F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42" name="Google Shape;2097;p68">
              <a:extLst>
                <a:ext uri="{FF2B5EF4-FFF2-40B4-BE49-F238E27FC236}">
                  <a16:creationId xmlns:a16="http://schemas.microsoft.com/office/drawing/2014/main" id="{BA13526F-BFC9-499E-8581-55ACF9947F95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43" name="Google Shape;2098;p68">
              <a:extLst>
                <a:ext uri="{FF2B5EF4-FFF2-40B4-BE49-F238E27FC236}">
                  <a16:creationId xmlns:a16="http://schemas.microsoft.com/office/drawing/2014/main" id="{79212B9A-4C85-41B9-8F94-972D3412F92C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44" name="Google Shape;2099;p68">
              <a:extLst>
                <a:ext uri="{FF2B5EF4-FFF2-40B4-BE49-F238E27FC236}">
                  <a16:creationId xmlns:a16="http://schemas.microsoft.com/office/drawing/2014/main" id="{B51ADB3A-82CC-4631-94A9-FD75690786EB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45" name="Google Shape;2100;p68">
              <a:extLst>
                <a:ext uri="{FF2B5EF4-FFF2-40B4-BE49-F238E27FC236}">
                  <a16:creationId xmlns:a16="http://schemas.microsoft.com/office/drawing/2014/main" id="{FB7CCDFD-7DCD-4319-A39F-1B702C6FFD32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46" name="Google Shape;2101;p68">
              <a:extLst>
                <a:ext uri="{FF2B5EF4-FFF2-40B4-BE49-F238E27FC236}">
                  <a16:creationId xmlns:a16="http://schemas.microsoft.com/office/drawing/2014/main" id="{8B8BAEB3-A51A-4E92-B57D-757DEE8DCD9F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47" name="Google Shape;2102;p68">
              <a:extLst>
                <a:ext uri="{FF2B5EF4-FFF2-40B4-BE49-F238E27FC236}">
                  <a16:creationId xmlns:a16="http://schemas.microsoft.com/office/drawing/2014/main" id="{84EC929D-4BE2-45E7-AFC5-AD6A4466B7A0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48" name="Google Shape;2103;p68">
              <a:extLst>
                <a:ext uri="{FF2B5EF4-FFF2-40B4-BE49-F238E27FC236}">
                  <a16:creationId xmlns:a16="http://schemas.microsoft.com/office/drawing/2014/main" id="{E1B788EA-DDB5-43CA-89C1-2F92A16207EB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49" name="Google Shape;2104;p68">
              <a:extLst>
                <a:ext uri="{FF2B5EF4-FFF2-40B4-BE49-F238E27FC236}">
                  <a16:creationId xmlns:a16="http://schemas.microsoft.com/office/drawing/2014/main" id="{33BBA0F7-4373-4BDF-972B-BB06EF7C85C9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50" name="Google Shape;2105;p68">
              <a:extLst>
                <a:ext uri="{FF2B5EF4-FFF2-40B4-BE49-F238E27FC236}">
                  <a16:creationId xmlns:a16="http://schemas.microsoft.com/office/drawing/2014/main" id="{AF735A14-9D1F-4480-8042-A4E4F0863FC7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51" name="Google Shape;2106;p68">
              <a:extLst>
                <a:ext uri="{FF2B5EF4-FFF2-40B4-BE49-F238E27FC236}">
                  <a16:creationId xmlns:a16="http://schemas.microsoft.com/office/drawing/2014/main" id="{F926D989-F99C-423A-B8DD-36C8F44F73D0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52" name="Google Shape;2107;p68">
              <a:extLst>
                <a:ext uri="{FF2B5EF4-FFF2-40B4-BE49-F238E27FC236}">
                  <a16:creationId xmlns:a16="http://schemas.microsoft.com/office/drawing/2014/main" id="{3A4C8B5A-954F-4B7F-868B-663B4F54E31D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53" name="Google Shape;2108;p68">
              <a:extLst>
                <a:ext uri="{FF2B5EF4-FFF2-40B4-BE49-F238E27FC236}">
                  <a16:creationId xmlns:a16="http://schemas.microsoft.com/office/drawing/2014/main" id="{1EBEC27D-1C4B-4074-B63D-A30080E4080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54" name="Google Shape;2109;p68">
              <a:extLst>
                <a:ext uri="{FF2B5EF4-FFF2-40B4-BE49-F238E27FC236}">
                  <a16:creationId xmlns:a16="http://schemas.microsoft.com/office/drawing/2014/main" id="{6D016E3C-F170-4AA0-A269-9410E9074431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55" name="Google Shape;2110;p68">
              <a:extLst>
                <a:ext uri="{FF2B5EF4-FFF2-40B4-BE49-F238E27FC236}">
                  <a16:creationId xmlns:a16="http://schemas.microsoft.com/office/drawing/2014/main" id="{D2F95CAA-F182-4A34-B15E-A1BAFFFC4C2A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56" name="Google Shape;2111;p68">
              <a:extLst>
                <a:ext uri="{FF2B5EF4-FFF2-40B4-BE49-F238E27FC236}">
                  <a16:creationId xmlns:a16="http://schemas.microsoft.com/office/drawing/2014/main" id="{840EE15F-6E56-41B1-AB41-D344D4A735E4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57" name="Google Shape;2112;p68">
              <a:extLst>
                <a:ext uri="{FF2B5EF4-FFF2-40B4-BE49-F238E27FC236}">
                  <a16:creationId xmlns:a16="http://schemas.microsoft.com/office/drawing/2014/main" id="{9AAC8FAD-56B9-49D4-BE63-C27A645E7DF6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58" name="Google Shape;2113;p68">
              <a:extLst>
                <a:ext uri="{FF2B5EF4-FFF2-40B4-BE49-F238E27FC236}">
                  <a16:creationId xmlns:a16="http://schemas.microsoft.com/office/drawing/2014/main" id="{8FE1ED74-E692-40C5-A75D-C5428C15CA5B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59" name="Google Shape;2114;p68">
              <a:extLst>
                <a:ext uri="{FF2B5EF4-FFF2-40B4-BE49-F238E27FC236}">
                  <a16:creationId xmlns:a16="http://schemas.microsoft.com/office/drawing/2014/main" id="{42C3FD5E-644E-419F-AB10-228AA86B8186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60" name="Google Shape;2115;p68">
              <a:extLst>
                <a:ext uri="{FF2B5EF4-FFF2-40B4-BE49-F238E27FC236}">
                  <a16:creationId xmlns:a16="http://schemas.microsoft.com/office/drawing/2014/main" id="{C495CD12-DB09-49EC-A206-BEA0F4FE85D7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61" name="Google Shape;2116;p68">
              <a:extLst>
                <a:ext uri="{FF2B5EF4-FFF2-40B4-BE49-F238E27FC236}">
                  <a16:creationId xmlns:a16="http://schemas.microsoft.com/office/drawing/2014/main" id="{BA03AC27-F2CA-4B7C-ADA0-48372FB91148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62" name="Google Shape;2117;p68">
              <a:extLst>
                <a:ext uri="{FF2B5EF4-FFF2-40B4-BE49-F238E27FC236}">
                  <a16:creationId xmlns:a16="http://schemas.microsoft.com/office/drawing/2014/main" id="{E5E0F639-1802-4C13-821D-805A35DEC299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63" name="Google Shape;2118;p68">
              <a:extLst>
                <a:ext uri="{FF2B5EF4-FFF2-40B4-BE49-F238E27FC236}">
                  <a16:creationId xmlns:a16="http://schemas.microsoft.com/office/drawing/2014/main" id="{15F97174-FA1B-4A21-AD31-33F8678C13C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64" name="Google Shape;2119;p68">
              <a:extLst>
                <a:ext uri="{FF2B5EF4-FFF2-40B4-BE49-F238E27FC236}">
                  <a16:creationId xmlns:a16="http://schemas.microsoft.com/office/drawing/2014/main" id="{345952AA-2881-4E69-977C-2A945D0E2223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65" name="Google Shape;2120;p68">
              <a:extLst>
                <a:ext uri="{FF2B5EF4-FFF2-40B4-BE49-F238E27FC236}">
                  <a16:creationId xmlns:a16="http://schemas.microsoft.com/office/drawing/2014/main" id="{0E810C31-36DD-43D6-9361-B1AB7F36A672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66" name="Google Shape;2121;p68">
              <a:extLst>
                <a:ext uri="{FF2B5EF4-FFF2-40B4-BE49-F238E27FC236}">
                  <a16:creationId xmlns:a16="http://schemas.microsoft.com/office/drawing/2014/main" id="{C76F86B5-3F6E-4036-8DD6-F2F5D5D76BA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67" name="Google Shape;2122;p68">
              <a:extLst>
                <a:ext uri="{FF2B5EF4-FFF2-40B4-BE49-F238E27FC236}">
                  <a16:creationId xmlns:a16="http://schemas.microsoft.com/office/drawing/2014/main" id="{F2795E36-3FF1-4F72-947F-1F5F2F828A0F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68" name="Google Shape;2123;p68">
              <a:extLst>
                <a:ext uri="{FF2B5EF4-FFF2-40B4-BE49-F238E27FC236}">
                  <a16:creationId xmlns:a16="http://schemas.microsoft.com/office/drawing/2014/main" id="{6BD2DFB0-EDCC-468E-BFEB-7D316FE2D367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69" name="Google Shape;2124;p68">
              <a:extLst>
                <a:ext uri="{FF2B5EF4-FFF2-40B4-BE49-F238E27FC236}">
                  <a16:creationId xmlns:a16="http://schemas.microsoft.com/office/drawing/2014/main" id="{91E916EF-BB9C-4308-B04B-A65E834C71D9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70" name="Google Shape;2125;p68">
              <a:extLst>
                <a:ext uri="{FF2B5EF4-FFF2-40B4-BE49-F238E27FC236}">
                  <a16:creationId xmlns:a16="http://schemas.microsoft.com/office/drawing/2014/main" id="{C93E95ED-060A-4CE9-BCDB-1EC4152F3F9D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71" name="Google Shape;2126;p68">
              <a:extLst>
                <a:ext uri="{FF2B5EF4-FFF2-40B4-BE49-F238E27FC236}">
                  <a16:creationId xmlns:a16="http://schemas.microsoft.com/office/drawing/2014/main" id="{72F392B9-A829-416E-B3BE-B4E149FF9565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72" name="Google Shape;2127;p68">
              <a:extLst>
                <a:ext uri="{FF2B5EF4-FFF2-40B4-BE49-F238E27FC236}">
                  <a16:creationId xmlns:a16="http://schemas.microsoft.com/office/drawing/2014/main" id="{080B5F58-6496-4EA6-BB9B-8F4CC67140EE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73" name="Google Shape;2128;p68">
              <a:extLst>
                <a:ext uri="{FF2B5EF4-FFF2-40B4-BE49-F238E27FC236}">
                  <a16:creationId xmlns:a16="http://schemas.microsoft.com/office/drawing/2014/main" id="{6CDA8288-E6CF-4966-BF93-4457836A71AB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74" name="Google Shape;2129;p68">
              <a:extLst>
                <a:ext uri="{FF2B5EF4-FFF2-40B4-BE49-F238E27FC236}">
                  <a16:creationId xmlns:a16="http://schemas.microsoft.com/office/drawing/2014/main" id="{8DE9108B-B808-4863-B9BB-067FCF703EA6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75" name="Google Shape;2130;p68">
              <a:extLst>
                <a:ext uri="{FF2B5EF4-FFF2-40B4-BE49-F238E27FC236}">
                  <a16:creationId xmlns:a16="http://schemas.microsoft.com/office/drawing/2014/main" id="{2AA1691B-7D4B-43B7-853C-E118CFB8B87E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76" name="Google Shape;2131;p68">
              <a:extLst>
                <a:ext uri="{FF2B5EF4-FFF2-40B4-BE49-F238E27FC236}">
                  <a16:creationId xmlns:a16="http://schemas.microsoft.com/office/drawing/2014/main" id="{C2771B43-959F-4122-A0CE-41FC52FCEE09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77" name="Google Shape;2132;p68">
              <a:extLst>
                <a:ext uri="{FF2B5EF4-FFF2-40B4-BE49-F238E27FC236}">
                  <a16:creationId xmlns:a16="http://schemas.microsoft.com/office/drawing/2014/main" id="{FED27E70-F286-4618-8A8A-54B3557F93F5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78" name="Google Shape;2133;p68">
              <a:extLst>
                <a:ext uri="{FF2B5EF4-FFF2-40B4-BE49-F238E27FC236}">
                  <a16:creationId xmlns:a16="http://schemas.microsoft.com/office/drawing/2014/main" id="{6D9FC330-1350-4E36-BCB2-03619635E3B2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79" name="Google Shape;2134;p68">
              <a:extLst>
                <a:ext uri="{FF2B5EF4-FFF2-40B4-BE49-F238E27FC236}">
                  <a16:creationId xmlns:a16="http://schemas.microsoft.com/office/drawing/2014/main" id="{E98145BE-3314-42FF-8D60-CEE6E0C4DC97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80" name="Google Shape;2135;p68">
              <a:extLst>
                <a:ext uri="{FF2B5EF4-FFF2-40B4-BE49-F238E27FC236}">
                  <a16:creationId xmlns:a16="http://schemas.microsoft.com/office/drawing/2014/main" id="{CDC71333-0D0F-4799-A3E3-C5F0748C8910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81" name="Google Shape;2136;p68">
              <a:extLst>
                <a:ext uri="{FF2B5EF4-FFF2-40B4-BE49-F238E27FC236}">
                  <a16:creationId xmlns:a16="http://schemas.microsoft.com/office/drawing/2014/main" id="{D65B8F7B-372A-4B9B-890B-756D683FA3A4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82" name="Google Shape;2137;p68">
              <a:extLst>
                <a:ext uri="{FF2B5EF4-FFF2-40B4-BE49-F238E27FC236}">
                  <a16:creationId xmlns:a16="http://schemas.microsoft.com/office/drawing/2014/main" id="{58B35582-0D5D-4CEC-992C-50B6CBCC0610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83" name="Google Shape;2138;p68">
              <a:extLst>
                <a:ext uri="{FF2B5EF4-FFF2-40B4-BE49-F238E27FC236}">
                  <a16:creationId xmlns:a16="http://schemas.microsoft.com/office/drawing/2014/main" id="{BEF6D137-205E-41C3-A42C-11435D595697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84" name="Google Shape;2139;p68">
              <a:extLst>
                <a:ext uri="{FF2B5EF4-FFF2-40B4-BE49-F238E27FC236}">
                  <a16:creationId xmlns:a16="http://schemas.microsoft.com/office/drawing/2014/main" id="{AC59F0C0-9D30-4F53-A8C4-5F9A342C24E5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85" name="Google Shape;2140;p68">
              <a:extLst>
                <a:ext uri="{FF2B5EF4-FFF2-40B4-BE49-F238E27FC236}">
                  <a16:creationId xmlns:a16="http://schemas.microsoft.com/office/drawing/2014/main" id="{B4CDF56D-2404-4710-B185-440E8DF6B544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86" name="Google Shape;2141;p68">
              <a:extLst>
                <a:ext uri="{FF2B5EF4-FFF2-40B4-BE49-F238E27FC236}">
                  <a16:creationId xmlns:a16="http://schemas.microsoft.com/office/drawing/2014/main" id="{B6BE8C0C-4DBA-4659-84DE-0F09C88533CC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87" name="Google Shape;2142;p68">
              <a:extLst>
                <a:ext uri="{FF2B5EF4-FFF2-40B4-BE49-F238E27FC236}">
                  <a16:creationId xmlns:a16="http://schemas.microsoft.com/office/drawing/2014/main" id="{CBECCC35-A4A8-4CB0-9E46-E8D1344A06EB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88" name="Google Shape;2143;p68">
              <a:extLst>
                <a:ext uri="{FF2B5EF4-FFF2-40B4-BE49-F238E27FC236}">
                  <a16:creationId xmlns:a16="http://schemas.microsoft.com/office/drawing/2014/main" id="{73468C04-1E0F-4ED7-BD25-362177B7BD68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89" name="Google Shape;2144;p68">
              <a:extLst>
                <a:ext uri="{FF2B5EF4-FFF2-40B4-BE49-F238E27FC236}">
                  <a16:creationId xmlns:a16="http://schemas.microsoft.com/office/drawing/2014/main" id="{F04DF00D-446F-4D51-BCEE-04A568E3FEC5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90" name="Google Shape;2145;p68">
              <a:extLst>
                <a:ext uri="{FF2B5EF4-FFF2-40B4-BE49-F238E27FC236}">
                  <a16:creationId xmlns:a16="http://schemas.microsoft.com/office/drawing/2014/main" id="{89D6E4B1-5736-4F14-91D2-06149093C0E7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91" name="Google Shape;2146;p68">
              <a:extLst>
                <a:ext uri="{FF2B5EF4-FFF2-40B4-BE49-F238E27FC236}">
                  <a16:creationId xmlns:a16="http://schemas.microsoft.com/office/drawing/2014/main" id="{F95B8F68-C28E-4EA9-B420-7CA87AE7F337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92" name="Google Shape;2147;p68">
              <a:extLst>
                <a:ext uri="{FF2B5EF4-FFF2-40B4-BE49-F238E27FC236}">
                  <a16:creationId xmlns:a16="http://schemas.microsoft.com/office/drawing/2014/main" id="{CFDC0677-D8B3-4D3F-AD56-F2F8CF4C7610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93" name="Google Shape;2148;p68">
              <a:extLst>
                <a:ext uri="{FF2B5EF4-FFF2-40B4-BE49-F238E27FC236}">
                  <a16:creationId xmlns:a16="http://schemas.microsoft.com/office/drawing/2014/main" id="{5B8CBD27-8FCB-4C15-8A6A-7FD847F91443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94" name="Google Shape;2149;p68">
              <a:extLst>
                <a:ext uri="{FF2B5EF4-FFF2-40B4-BE49-F238E27FC236}">
                  <a16:creationId xmlns:a16="http://schemas.microsoft.com/office/drawing/2014/main" id="{BD38D143-A7AB-45EF-9C2A-CC714C8908FE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95" name="Google Shape;2150;p68">
              <a:extLst>
                <a:ext uri="{FF2B5EF4-FFF2-40B4-BE49-F238E27FC236}">
                  <a16:creationId xmlns:a16="http://schemas.microsoft.com/office/drawing/2014/main" id="{37F5FE88-3E61-4275-BB3C-46B15AAA0FCA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96" name="Google Shape;2151;p68">
              <a:extLst>
                <a:ext uri="{FF2B5EF4-FFF2-40B4-BE49-F238E27FC236}">
                  <a16:creationId xmlns:a16="http://schemas.microsoft.com/office/drawing/2014/main" id="{902A7FA0-BE08-4528-9109-56CC8192ADB0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97" name="Google Shape;2152;p68">
              <a:extLst>
                <a:ext uri="{FF2B5EF4-FFF2-40B4-BE49-F238E27FC236}">
                  <a16:creationId xmlns:a16="http://schemas.microsoft.com/office/drawing/2014/main" id="{156780AE-3F65-4F8B-AAE3-E067849BF2EA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98" name="Google Shape;2153;p68">
              <a:extLst>
                <a:ext uri="{FF2B5EF4-FFF2-40B4-BE49-F238E27FC236}">
                  <a16:creationId xmlns:a16="http://schemas.microsoft.com/office/drawing/2014/main" id="{09E7B3BF-3B1F-4645-AA62-C1E1CA501875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599" name="Google Shape;2154;p68">
              <a:extLst>
                <a:ext uri="{FF2B5EF4-FFF2-40B4-BE49-F238E27FC236}">
                  <a16:creationId xmlns:a16="http://schemas.microsoft.com/office/drawing/2014/main" id="{343DFCA3-E90A-469F-AF83-9DFC8F4A8D4D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00" name="Google Shape;2155;p68">
              <a:extLst>
                <a:ext uri="{FF2B5EF4-FFF2-40B4-BE49-F238E27FC236}">
                  <a16:creationId xmlns:a16="http://schemas.microsoft.com/office/drawing/2014/main" id="{A673D20F-493B-4D87-A796-F936A7DB096B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01" name="Google Shape;2156;p68">
              <a:extLst>
                <a:ext uri="{FF2B5EF4-FFF2-40B4-BE49-F238E27FC236}">
                  <a16:creationId xmlns:a16="http://schemas.microsoft.com/office/drawing/2014/main" id="{27458ADE-ECB2-4E44-8877-EF2DF2F11F8D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02" name="Google Shape;2157;p68">
              <a:extLst>
                <a:ext uri="{FF2B5EF4-FFF2-40B4-BE49-F238E27FC236}">
                  <a16:creationId xmlns:a16="http://schemas.microsoft.com/office/drawing/2014/main" id="{70C1933A-41F2-444C-972E-8D5768E7C344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03" name="Google Shape;2158;p68">
              <a:extLst>
                <a:ext uri="{FF2B5EF4-FFF2-40B4-BE49-F238E27FC236}">
                  <a16:creationId xmlns:a16="http://schemas.microsoft.com/office/drawing/2014/main" id="{3EDF4497-3B22-460D-876D-C33F5CC239F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04" name="Google Shape;2159;p68">
              <a:extLst>
                <a:ext uri="{FF2B5EF4-FFF2-40B4-BE49-F238E27FC236}">
                  <a16:creationId xmlns:a16="http://schemas.microsoft.com/office/drawing/2014/main" id="{ED824966-7DD5-472F-8348-C78DAFE0653E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05" name="Google Shape;2160;p68">
              <a:extLst>
                <a:ext uri="{FF2B5EF4-FFF2-40B4-BE49-F238E27FC236}">
                  <a16:creationId xmlns:a16="http://schemas.microsoft.com/office/drawing/2014/main" id="{CCB1F72A-379E-461C-905E-AFC259102203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06" name="Google Shape;2161;p68">
              <a:extLst>
                <a:ext uri="{FF2B5EF4-FFF2-40B4-BE49-F238E27FC236}">
                  <a16:creationId xmlns:a16="http://schemas.microsoft.com/office/drawing/2014/main" id="{EDAD716A-7E8D-4DF8-971E-AA1D11D93094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07" name="Google Shape;2162;p68">
              <a:extLst>
                <a:ext uri="{FF2B5EF4-FFF2-40B4-BE49-F238E27FC236}">
                  <a16:creationId xmlns:a16="http://schemas.microsoft.com/office/drawing/2014/main" id="{B94E6D25-079B-4405-8E8E-33B7E37D92B1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08" name="Google Shape;2163;p68">
              <a:extLst>
                <a:ext uri="{FF2B5EF4-FFF2-40B4-BE49-F238E27FC236}">
                  <a16:creationId xmlns:a16="http://schemas.microsoft.com/office/drawing/2014/main" id="{CF60BCB2-94BF-492C-8065-983B6E0D825F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09" name="Google Shape;2164;p68">
              <a:extLst>
                <a:ext uri="{FF2B5EF4-FFF2-40B4-BE49-F238E27FC236}">
                  <a16:creationId xmlns:a16="http://schemas.microsoft.com/office/drawing/2014/main" id="{95BBE474-6647-4AB7-A3DE-DE7A3D622650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10" name="Google Shape;2165;p68">
              <a:extLst>
                <a:ext uri="{FF2B5EF4-FFF2-40B4-BE49-F238E27FC236}">
                  <a16:creationId xmlns:a16="http://schemas.microsoft.com/office/drawing/2014/main" id="{194FFA46-EE45-40A7-93C2-936490D4379B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11" name="Google Shape;2166;p68">
              <a:extLst>
                <a:ext uri="{FF2B5EF4-FFF2-40B4-BE49-F238E27FC236}">
                  <a16:creationId xmlns:a16="http://schemas.microsoft.com/office/drawing/2014/main" id="{BF1AC6D1-D767-46BE-A89A-8B90546E8880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12" name="Google Shape;2167;p68">
              <a:extLst>
                <a:ext uri="{FF2B5EF4-FFF2-40B4-BE49-F238E27FC236}">
                  <a16:creationId xmlns:a16="http://schemas.microsoft.com/office/drawing/2014/main" id="{A899038A-EACC-4492-809A-635389DC42C3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13" name="Google Shape;2168;p68">
              <a:extLst>
                <a:ext uri="{FF2B5EF4-FFF2-40B4-BE49-F238E27FC236}">
                  <a16:creationId xmlns:a16="http://schemas.microsoft.com/office/drawing/2014/main" id="{041CDF6F-82F4-43DE-AF1D-64363FEFCA72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14" name="Google Shape;2169;p68">
              <a:extLst>
                <a:ext uri="{FF2B5EF4-FFF2-40B4-BE49-F238E27FC236}">
                  <a16:creationId xmlns:a16="http://schemas.microsoft.com/office/drawing/2014/main" id="{80193F66-752B-4A1E-91F9-5221444F28FF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15" name="Google Shape;2170;p68">
              <a:extLst>
                <a:ext uri="{FF2B5EF4-FFF2-40B4-BE49-F238E27FC236}">
                  <a16:creationId xmlns:a16="http://schemas.microsoft.com/office/drawing/2014/main" id="{DDEC25F9-CF16-42A3-8251-30A6A14A7CE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16" name="Google Shape;2171;p68">
              <a:extLst>
                <a:ext uri="{FF2B5EF4-FFF2-40B4-BE49-F238E27FC236}">
                  <a16:creationId xmlns:a16="http://schemas.microsoft.com/office/drawing/2014/main" id="{45F4F2F2-7734-467A-AB4C-262302CDCEDD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17" name="Google Shape;2172;p68">
              <a:extLst>
                <a:ext uri="{FF2B5EF4-FFF2-40B4-BE49-F238E27FC236}">
                  <a16:creationId xmlns:a16="http://schemas.microsoft.com/office/drawing/2014/main" id="{CCF542F5-9F78-4D01-8B2D-78BB204DC995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18" name="Google Shape;2173;p68">
              <a:extLst>
                <a:ext uri="{FF2B5EF4-FFF2-40B4-BE49-F238E27FC236}">
                  <a16:creationId xmlns:a16="http://schemas.microsoft.com/office/drawing/2014/main" id="{D7B94A3F-BD40-49A3-8839-FEBA8A5E1BFE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19" name="Google Shape;2174;p68">
              <a:extLst>
                <a:ext uri="{FF2B5EF4-FFF2-40B4-BE49-F238E27FC236}">
                  <a16:creationId xmlns:a16="http://schemas.microsoft.com/office/drawing/2014/main" id="{1A0AA628-D02C-4214-BAD6-6B08CC7CE06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20" name="Google Shape;2175;p68">
              <a:extLst>
                <a:ext uri="{FF2B5EF4-FFF2-40B4-BE49-F238E27FC236}">
                  <a16:creationId xmlns:a16="http://schemas.microsoft.com/office/drawing/2014/main" id="{6D6A71A7-1241-4CC8-974F-3C2C4BB4FC1F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21" name="Google Shape;2176;p68">
              <a:extLst>
                <a:ext uri="{FF2B5EF4-FFF2-40B4-BE49-F238E27FC236}">
                  <a16:creationId xmlns:a16="http://schemas.microsoft.com/office/drawing/2014/main" id="{FDEC83A6-BA43-4223-9DE1-807E74618F26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22" name="Google Shape;2177;p68">
              <a:extLst>
                <a:ext uri="{FF2B5EF4-FFF2-40B4-BE49-F238E27FC236}">
                  <a16:creationId xmlns:a16="http://schemas.microsoft.com/office/drawing/2014/main" id="{86A60666-1852-44FF-9EB0-5BC07E81588D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23" name="Google Shape;2178;p68">
              <a:extLst>
                <a:ext uri="{FF2B5EF4-FFF2-40B4-BE49-F238E27FC236}">
                  <a16:creationId xmlns:a16="http://schemas.microsoft.com/office/drawing/2014/main" id="{0BF3F843-EB13-49F2-BED1-B7DFF9B09A3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24" name="Google Shape;2179;p68">
              <a:extLst>
                <a:ext uri="{FF2B5EF4-FFF2-40B4-BE49-F238E27FC236}">
                  <a16:creationId xmlns:a16="http://schemas.microsoft.com/office/drawing/2014/main" id="{C9ECCB9D-980C-4E3D-BB3F-4D7ECA62AC35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25" name="Google Shape;2180;p68">
              <a:extLst>
                <a:ext uri="{FF2B5EF4-FFF2-40B4-BE49-F238E27FC236}">
                  <a16:creationId xmlns:a16="http://schemas.microsoft.com/office/drawing/2014/main" id="{C449DF13-FA6D-4730-839A-87888ACFDD69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26" name="Google Shape;2181;p68">
              <a:extLst>
                <a:ext uri="{FF2B5EF4-FFF2-40B4-BE49-F238E27FC236}">
                  <a16:creationId xmlns:a16="http://schemas.microsoft.com/office/drawing/2014/main" id="{B5A60919-EEAA-4ABC-94DA-F015D29D16E7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27" name="Google Shape;2182;p68">
              <a:extLst>
                <a:ext uri="{FF2B5EF4-FFF2-40B4-BE49-F238E27FC236}">
                  <a16:creationId xmlns:a16="http://schemas.microsoft.com/office/drawing/2014/main" id="{888AC945-86F8-4F98-BA22-B529BDB87FE5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28" name="Google Shape;2183;p68">
              <a:extLst>
                <a:ext uri="{FF2B5EF4-FFF2-40B4-BE49-F238E27FC236}">
                  <a16:creationId xmlns:a16="http://schemas.microsoft.com/office/drawing/2014/main" id="{8E4E4110-154B-4B85-A2D5-6DF8D9DE0D9A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29" name="Google Shape;2184;p68">
              <a:extLst>
                <a:ext uri="{FF2B5EF4-FFF2-40B4-BE49-F238E27FC236}">
                  <a16:creationId xmlns:a16="http://schemas.microsoft.com/office/drawing/2014/main" id="{3B6E2FA0-08A7-424A-8668-A917C56A99AF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30" name="Google Shape;2185;p68">
              <a:extLst>
                <a:ext uri="{FF2B5EF4-FFF2-40B4-BE49-F238E27FC236}">
                  <a16:creationId xmlns:a16="http://schemas.microsoft.com/office/drawing/2014/main" id="{71E75E74-85DD-40A4-B57B-6547C8C0980C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31" name="Google Shape;2186;p68">
              <a:extLst>
                <a:ext uri="{FF2B5EF4-FFF2-40B4-BE49-F238E27FC236}">
                  <a16:creationId xmlns:a16="http://schemas.microsoft.com/office/drawing/2014/main" id="{7D796D3C-7F45-46A9-9A97-A27BB614EA75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32" name="Google Shape;2187;p68">
              <a:extLst>
                <a:ext uri="{FF2B5EF4-FFF2-40B4-BE49-F238E27FC236}">
                  <a16:creationId xmlns:a16="http://schemas.microsoft.com/office/drawing/2014/main" id="{95D33FB8-69A0-40E5-8B10-81AC4A2693FE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33" name="Google Shape;2188;p68">
              <a:extLst>
                <a:ext uri="{FF2B5EF4-FFF2-40B4-BE49-F238E27FC236}">
                  <a16:creationId xmlns:a16="http://schemas.microsoft.com/office/drawing/2014/main" id="{F386B1FF-61A1-4818-93BD-5F5CD74E5292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34" name="Google Shape;2189;p68">
              <a:extLst>
                <a:ext uri="{FF2B5EF4-FFF2-40B4-BE49-F238E27FC236}">
                  <a16:creationId xmlns:a16="http://schemas.microsoft.com/office/drawing/2014/main" id="{9FD50538-6392-4767-89E5-99ECD5BC70F9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35" name="Google Shape;2190;p68">
              <a:extLst>
                <a:ext uri="{FF2B5EF4-FFF2-40B4-BE49-F238E27FC236}">
                  <a16:creationId xmlns:a16="http://schemas.microsoft.com/office/drawing/2014/main" id="{9CBF4C84-B8D2-40CA-9533-CF16034C3FDE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36" name="Google Shape;2191;p68">
              <a:extLst>
                <a:ext uri="{FF2B5EF4-FFF2-40B4-BE49-F238E27FC236}">
                  <a16:creationId xmlns:a16="http://schemas.microsoft.com/office/drawing/2014/main" id="{E11281A8-441C-4583-8DBA-9EE2D456ABC0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37" name="Google Shape;2192;p68">
              <a:extLst>
                <a:ext uri="{FF2B5EF4-FFF2-40B4-BE49-F238E27FC236}">
                  <a16:creationId xmlns:a16="http://schemas.microsoft.com/office/drawing/2014/main" id="{35653A0E-1224-41AB-85C1-8CBDB4FBF901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38" name="Google Shape;2193;p68">
              <a:extLst>
                <a:ext uri="{FF2B5EF4-FFF2-40B4-BE49-F238E27FC236}">
                  <a16:creationId xmlns:a16="http://schemas.microsoft.com/office/drawing/2014/main" id="{324C2AF4-2C2D-4E83-8D53-E0FBC9DAD344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39" name="Google Shape;2194;p68">
              <a:extLst>
                <a:ext uri="{FF2B5EF4-FFF2-40B4-BE49-F238E27FC236}">
                  <a16:creationId xmlns:a16="http://schemas.microsoft.com/office/drawing/2014/main" id="{242CD2CD-D59F-45E2-A8FC-4F09B7518CDF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40" name="Google Shape;2195;p68">
              <a:extLst>
                <a:ext uri="{FF2B5EF4-FFF2-40B4-BE49-F238E27FC236}">
                  <a16:creationId xmlns:a16="http://schemas.microsoft.com/office/drawing/2014/main" id="{765E9482-DE79-4709-9E49-EC39B572E235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41" name="Google Shape;2196;p68">
              <a:extLst>
                <a:ext uri="{FF2B5EF4-FFF2-40B4-BE49-F238E27FC236}">
                  <a16:creationId xmlns:a16="http://schemas.microsoft.com/office/drawing/2014/main" id="{53E65E14-D43F-42A4-AF13-C01530F9A1CE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42" name="Google Shape;2197;p68">
              <a:extLst>
                <a:ext uri="{FF2B5EF4-FFF2-40B4-BE49-F238E27FC236}">
                  <a16:creationId xmlns:a16="http://schemas.microsoft.com/office/drawing/2014/main" id="{6C7ACF1E-A1C7-4964-A9D7-B015BD32CEA4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43" name="Google Shape;2198;p68">
              <a:extLst>
                <a:ext uri="{FF2B5EF4-FFF2-40B4-BE49-F238E27FC236}">
                  <a16:creationId xmlns:a16="http://schemas.microsoft.com/office/drawing/2014/main" id="{86DD4DEB-DFD1-435F-8BEA-CE64AB7FF1F9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44" name="Google Shape;2199;p68">
              <a:extLst>
                <a:ext uri="{FF2B5EF4-FFF2-40B4-BE49-F238E27FC236}">
                  <a16:creationId xmlns:a16="http://schemas.microsoft.com/office/drawing/2014/main" id="{F4F42FC3-202B-4799-8198-A06A24C1FBB1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45" name="Google Shape;2200;p68">
              <a:extLst>
                <a:ext uri="{FF2B5EF4-FFF2-40B4-BE49-F238E27FC236}">
                  <a16:creationId xmlns:a16="http://schemas.microsoft.com/office/drawing/2014/main" id="{C56D66C8-DC2F-4368-AFBB-245F46FCF089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46" name="Google Shape;2201;p68">
              <a:extLst>
                <a:ext uri="{FF2B5EF4-FFF2-40B4-BE49-F238E27FC236}">
                  <a16:creationId xmlns:a16="http://schemas.microsoft.com/office/drawing/2014/main" id="{87F45974-23CA-45AC-B8E6-7EC19479F897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47" name="Google Shape;2202;p68">
              <a:extLst>
                <a:ext uri="{FF2B5EF4-FFF2-40B4-BE49-F238E27FC236}">
                  <a16:creationId xmlns:a16="http://schemas.microsoft.com/office/drawing/2014/main" id="{736C31E4-09AF-4F01-A8EE-510FB639174D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48" name="Google Shape;2203;p68">
              <a:extLst>
                <a:ext uri="{FF2B5EF4-FFF2-40B4-BE49-F238E27FC236}">
                  <a16:creationId xmlns:a16="http://schemas.microsoft.com/office/drawing/2014/main" id="{CE3E00A8-3402-4CB3-8004-1CE0A85B147A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49" name="Google Shape;2204;p68">
              <a:extLst>
                <a:ext uri="{FF2B5EF4-FFF2-40B4-BE49-F238E27FC236}">
                  <a16:creationId xmlns:a16="http://schemas.microsoft.com/office/drawing/2014/main" id="{EC50E514-B341-482B-A601-4B6750D6E20C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50" name="Google Shape;2205;p68">
              <a:extLst>
                <a:ext uri="{FF2B5EF4-FFF2-40B4-BE49-F238E27FC236}">
                  <a16:creationId xmlns:a16="http://schemas.microsoft.com/office/drawing/2014/main" id="{64897C15-249F-4093-8DC0-18060B3BF58A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51" name="Google Shape;2206;p68">
              <a:extLst>
                <a:ext uri="{FF2B5EF4-FFF2-40B4-BE49-F238E27FC236}">
                  <a16:creationId xmlns:a16="http://schemas.microsoft.com/office/drawing/2014/main" id="{EBD5ACC3-E8EB-486D-8D51-BB0BB2C05019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52" name="Google Shape;2207;p68">
              <a:extLst>
                <a:ext uri="{FF2B5EF4-FFF2-40B4-BE49-F238E27FC236}">
                  <a16:creationId xmlns:a16="http://schemas.microsoft.com/office/drawing/2014/main" id="{10500103-B041-4DD2-87E0-F74338AB7D62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53" name="Google Shape;2208;p68">
              <a:extLst>
                <a:ext uri="{FF2B5EF4-FFF2-40B4-BE49-F238E27FC236}">
                  <a16:creationId xmlns:a16="http://schemas.microsoft.com/office/drawing/2014/main" id="{DB89919F-D85F-4AEC-AD53-C8D9E01EC631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54" name="Google Shape;2209;p68">
              <a:extLst>
                <a:ext uri="{FF2B5EF4-FFF2-40B4-BE49-F238E27FC236}">
                  <a16:creationId xmlns:a16="http://schemas.microsoft.com/office/drawing/2014/main" id="{4ED784BF-D0E4-4122-B767-947DD79F4F1F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55" name="Google Shape;2210;p68">
              <a:extLst>
                <a:ext uri="{FF2B5EF4-FFF2-40B4-BE49-F238E27FC236}">
                  <a16:creationId xmlns:a16="http://schemas.microsoft.com/office/drawing/2014/main" id="{F69E2015-7077-4AF9-B46D-AFE2454DC2C1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56" name="Google Shape;2211;p68">
              <a:extLst>
                <a:ext uri="{FF2B5EF4-FFF2-40B4-BE49-F238E27FC236}">
                  <a16:creationId xmlns:a16="http://schemas.microsoft.com/office/drawing/2014/main" id="{CB277F3F-0F6E-4DC0-A95B-A8D9182BCFE2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57" name="Google Shape;2212;p68">
              <a:extLst>
                <a:ext uri="{FF2B5EF4-FFF2-40B4-BE49-F238E27FC236}">
                  <a16:creationId xmlns:a16="http://schemas.microsoft.com/office/drawing/2014/main" id="{12CD7EA8-06CB-48AB-9184-165A9E0232BF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58" name="Google Shape;2213;p68">
              <a:extLst>
                <a:ext uri="{FF2B5EF4-FFF2-40B4-BE49-F238E27FC236}">
                  <a16:creationId xmlns:a16="http://schemas.microsoft.com/office/drawing/2014/main" id="{A64B22A6-71C5-425E-A89B-D7BB6C153524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59" name="Google Shape;2214;p68">
              <a:extLst>
                <a:ext uri="{FF2B5EF4-FFF2-40B4-BE49-F238E27FC236}">
                  <a16:creationId xmlns:a16="http://schemas.microsoft.com/office/drawing/2014/main" id="{E6A07424-D9DF-46A9-A0A4-21F2CC644084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60" name="Google Shape;2215;p68">
              <a:extLst>
                <a:ext uri="{FF2B5EF4-FFF2-40B4-BE49-F238E27FC236}">
                  <a16:creationId xmlns:a16="http://schemas.microsoft.com/office/drawing/2014/main" id="{4DB2F1D0-C0F3-4F15-9CAD-FD9BBBB36614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61" name="Google Shape;2216;p68">
              <a:extLst>
                <a:ext uri="{FF2B5EF4-FFF2-40B4-BE49-F238E27FC236}">
                  <a16:creationId xmlns:a16="http://schemas.microsoft.com/office/drawing/2014/main" id="{E959A024-71BF-4156-9737-3097B3F92409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62" name="Google Shape;2217;p68">
              <a:extLst>
                <a:ext uri="{FF2B5EF4-FFF2-40B4-BE49-F238E27FC236}">
                  <a16:creationId xmlns:a16="http://schemas.microsoft.com/office/drawing/2014/main" id="{320CA398-A487-4585-9CC6-26C57A4F63D6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63" name="Google Shape;2218;p68">
              <a:extLst>
                <a:ext uri="{FF2B5EF4-FFF2-40B4-BE49-F238E27FC236}">
                  <a16:creationId xmlns:a16="http://schemas.microsoft.com/office/drawing/2014/main" id="{6BD6EFF5-7023-486E-8A39-060B3BE2F1AC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64" name="Google Shape;2219;p68">
              <a:extLst>
                <a:ext uri="{FF2B5EF4-FFF2-40B4-BE49-F238E27FC236}">
                  <a16:creationId xmlns:a16="http://schemas.microsoft.com/office/drawing/2014/main" id="{2B7E570E-48D7-4366-A0B8-8A5EF44E1CF4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65" name="Google Shape;2220;p68">
              <a:extLst>
                <a:ext uri="{FF2B5EF4-FFF2-40B4-BE49-F238E27FC236}">
                  <a16:creationId xmlns:a16="http://schemas.microsoft.com/office/drawing/2014/main" id="{AB693AEB-2A44-4FC5-ADDD-EC40EB0F8A0F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66" name="Google Shape;2221;p68">
              <a:extLst>
                <a:ext uri="{FF2B5EF4-FFF2-40B4-BE49-F238E27FC236}">
                  <a16:creationId xmlns:a16="http://schemas.microsoft.com/office/drawing/2014/main" id="{FEF4A6C5-85BD-4E78-BDF5-A53177EFF80F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67" name="Google Shape;2222;p68">
              <a:extLst>
                <a:ext uri="{FF2B5EF4-FFF2-40B4-BE49-F238E27FC236}">
                  <a16:creationId xmlns:a16="http://schemas.microsoft.com/office/drawing/2014/main" id="{8B5BF08B-4752-43DB-A396-98B0AB50CB4B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68" name="Google Shape;2223;p68">
              <a:extLst>
                <a:ext uri="{FF2B5EF4-FFF2-40B4-BE49-F238E27FC236}">
                  <a16:creationId xmlns:a16="http://schemas.microsoft.com/office/drawing/2014/main" id="{D8DBDFB4-2CB8-444A-8EC5-D704EC3E2A7C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69" name="Google Shape;2224;p68">
              <a:extLst>
                <a:ext uri="{FF2B5EF4-FFF2-40B4-BE49-F238E27FC236}">
                  <a16:creationId xmlns:a16="http://schemas.microsoft.com/office/drawing/2014/main" id="{B3FB3402-4AFF-4E87-BE32-A0AE1E258317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70" name="Google Shape;2225;p68">
              <a:extLst>
                <a:ext uri="{FF2B5EF4-FFF2-40B4-BE49-F238E27FC236}">
                  <a16:creationId xmlns:a16="http://schemas.microsoft.com/office/drawing/2014/main" id="{EF78B052-32B8-42EF-81B2-9F7E8D5C51FE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71" name="Google Shape;2226;p68">
              <a:extLst>
                <a:ext uri="{FF2B5EF4-FFF2-40B4-BE49-F238E27FC236}">
                  <a16:creationId xmlns:a16="http://schemas.microsoft.com/office/drawing/2014/main" id="{CC17E6B7-1195-42BE-AEB6-4E75B07FB459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72" name="Google Shape;2227;p68">
              <a:extLst>
                <a:ext uri="{FF2B5EF4-FFF2-40B4-BE49-F238E27FC236}">
                  <a16:creationId xmlns:a16="http://schemas.microsoft.com/office/drawing/2014/main" id="{D2FBC6F7-C422-447A-8B77-62CFA203C2B1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73" name="Google Shape;2228;p68">
              <a:extLst>
                <a:ext uri="{FF2B5EF4-FFF2-40B4-BE49-F238E27FC236}">
                  <a16:creationId xmlns:a16="http://schemas.microsoft.com/office/drawing/2014/main" id="{427BBBCB-C4A4-4475-9D7C-E809AEB5A6B0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74" name="Google Shape;2229;p68">
              <a:extLst>
                <a:ext uri="{FF2B5EF4-FFF2-40B4-BE49-F238E27FC236}">
                  <a16:creationId xmlns:a16="http://schemas.microsoft.com/office/drawing/2014/main" id="{01894724-3CA9-476F-B155-2158F467DA17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75" name="Google Shape;2230;p68">
              <a:extLst>
                <a:ext uri="{FF2B5EF4-FFF2-40B4-BE49-F238E27FC236}">
                  <a16:creationId xmlns:a16="http://schemas.microsoft.com/office/drawing/2014/main" id="{CC0FA8C6-D30E-4BC0-86FC-8177F91745FA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76" name="Google Shape;2231;p68">
              <a:extLst>
                <a:ext uri="{FF2B5EF4-FFF2-40B4-BE49-F238E27FC236}">
                  <a16:creationId xmlns:a16="http://schemas.microsoft.com/office/drawing/2014/main" id="{A51A0D39-DCAD-45E4-B84B-1FCCB265CC3B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77" name="Google Shape;2232;p68">
              <a:extLst>
                <a:ext uri="{FF2B5EF4-FFF2-40B4-BE49-F238E27FC236}">
                  <a16:creationId xmlns:a16="http://schemas.microsoft.com/office/drawing/2014/main" id="{61715D34-D530-47E0-B134-3D114FC6B036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78" name="Google Shape;2233;p68">
              <a:extLst>
                <a:ext uri="{FF2B5EF4-FFF2-40B4-BE49-F238E27FC236}">
                  <a16:creationId xmlns:a16="http://schemas.microsoft.com/office/drawing/2014/main" id="{A40855C4-A9B8-46A1-8925-AA8642F42ACE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79" name="Google Shape;2234;p68">
              <a:extLst>
                <a:ext uri="{FF2B5EF4-FFF2-40B4-BE49-F238E27FC236}">
                  <a16:creationId xmlns:a16="http://schemas.microsoft.com/office/drawing/2014/main" id="{EFB63746-622A-478F-8DDD-5C60063D87DC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80" name="Google Shape;2235;p68">
              <a:extLst>
                <a:ext uri="{FF2B5EF4-FFF2-40B4-BE49-F238E27FC236}">
                  <a16:creationId xmlns:a16="http://schemas.microsoft.com/office/drawing/2014/main" id="{C52E9AC2-A15C-4D4B-9849-DA31ABB1361C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81" name="Google Shape;2236;p68">
              <a:extLst>
                <a:ext uri="{FF2B5EF4-FFF2-40B4-BE49-F238E27FC236}">
                  <a16:creationId xmlns:a16="http://schemas.microsoft.com/office/drawing/2014/main" id="{F22A34EA-6033-43C1-BCF4-D2456FC1E04E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82" name="Google Shape;2237;p68">
              <a:extLst>
                <a:ext uri="{FF2B5EF4-FFF2-40B4-BE49-F238E27FC236}">
                  <a16:creationId xmlns:a16="http://schemas.microsoft.com/office/drawing/2014/main" id="{025546F6-8EE8-4471-A0C6-AF0845FFAB42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83" name="Google Shape;2238;p68">
              <a:extLst>
                <a:ext uri="{FF2B5EF4-FFF2-40B4-BE49-F238E27FC236}">
                  <a16:creationId xmlns:a16="http://schemas.microsoft.com/office/drawing/2014/main" id="{E42B48EC-4EF1-4170-89C1-D18811E2E0DA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84" name="Google Shape;2239;p68">
              <a:extLst>
                <a:ext uri="{FF2B5EF4-FFF2-40B4-BE49-F238E27FC236}">
                  <a16:creationId xmlns:a16="http://schemas.microsoft.com/office/drawing/2014/main" id="{F376D50E-53CC-4671-BE92-385074BC5F2B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85" name="Google Shape;2240;p68">
              <a:extLst>
                <a:ext uri="{FF2B5EF4-FFF2-40B4-BE49-F238E27FC236}">
                  <a16:creationId xmlns:a16="http://schemas.microsoft.com/office/drawing/2014/main" id="{30A4ADEB-6153-4093-8C44-221F6A3305FC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86" name="Google Shape;2241;p68">
              <a:extLst>
                <a:ext uri="{FF2B5EF4-FFF2-40B4-BE49-F238E27FC236}">
                  <a16:creationId xmlns:a16="http://schemas.microsoft.com/office/drawing/2014/main" id="{07A66758-8C2D-45C4-A761-4ECB68EE62B0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87" name="Google Shape;2242;p68">
              <a:extLst>
                <a:ext uri="{FF2B5EF4-FFF2-40B4-BE49-F238E27FC236}">
                  <a16:creationId xmlns:a16="http://schemas.microsoft.com/office/drawing/2014/main" id="{4B9302AA-FB5B-444B-BE1D-02E39C95A5EA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88" name="Google Shape;2243;p68">
              <a:extLst>
                <a:ext uri="{FF2B5EF4-FFF2-40B4-BE49-F238E27FC236}">
                  <a16:creationId xmlns:a16="http://schemas.microsoft.com/office/drawing/2014/main" id="{F77C3B7E-40A6-49AA-AFB1-38CBD3C1667B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89" name="Google Shape;2244;p68">
              <a:extLst>
                <a:ext uri="{FF2B5EF4-FFF2-40B4-BE49-F238E27FC236}">
                  <a16:creationId xmlns:a16="http://schemas.microsoft.com/office/drawing/2014/main" id="{CDACA851-E789-41A0-A60B-D1E3CD153AC4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90" name="Google Shape;2245;p68">
              <a:extLst>
                <a:ext uri="{FF2B5EF4-FFF2-40B4-BE49-F238E27FC236}">
                  <a16:creationId xmlns:a16="http://schemas.microsoft.com/office/drawing/2014/main" id="{7E05CA0A-A106-49EA-8E9D-7E1EDB598818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91" name="Google Shape;2246;p68">
              <a:extLst>
                <a:ext uri="{FF2B5EF4-FFF2-40B4-BE49-F238E27FC236}">
                  <a16:creationId xmlns:a16="http://schemas.microsoft.com/office/drawing/2014/main" id="{C91E7923-16A6-49BA-9950-57D236C9CC29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92" name="Google Shape;2247;p68">
              <a:extLst>
                <a:ext uri="{FF2B5EF4-FFF2-40B4-BE49-F238E27FC236}">
                  <a16:creationId xmlns:a16="http://schemas.microsoft.com/office/drawing/2014/main" id="{AC67D30A-E18F-484A-B7CD-D210C67EF5F2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93" name="Google Shape;2248;p68">
              <a:extLst>
                <a:ext uri="{FF2B5EF4-FFF2-40B4-BE49-F238E27FC236}">
                  <a16:creationId xmlns:a16="http://schemas.microsoft.com/office/drawing/2014/main" id="{8FE71E92-1821-429A-83B5-6743800B0EC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94" name="Google Shape;2249;p68">
              <a:extLst>
                <a:ext uri="{FF2B5EF4-FFF2-40B4-BE49-F238E27FC236}">
                  <a16:creationId xmlns:a16="http://schemas.microsoft.com/office/drawing/2014/main" id="{DD47F64D-C27D-4C9B-9541-4BFBCBA7083B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95" name="Google Shape;2250;p68">
              <a:extLst>
                <a:ext uri="{FF2B5EF4-FFF2-40B4-BE49-F238E27FC236}">
                  <a16:creationId xmlns:a16="http://schemas.microsoft.com/office/drawing/2014/main" id="{51D9780A-8860-4BEA-8884-ACF86B4C0E2E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96" name="Google Shape;2251;p68">
              <a:extLst>
                <a:ext uri="{FF2B5EF4-FFF2-40B4-BE49-F238E27FC236}">
                  <a16:creationId xmlns:a16="http://schemas.microsoft.com/office/drawing/2014/main" id="{64D7403A-8408-4436-BCB6-0B9DB2DF79B9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97" name="Google Shape;2252;p68">
              <a:extLst>
                <a:ext uri="{FF2B5EF4-FFF2-40B4-BE49-F238E27FC236}">
                  <a16:creationId xmlns:a16="http://schemas.microsoft.com/office/drawing/2014/main" id="{4D5814FA-903D-499D-9325-2D4AD6386251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98" name="Google Shape;2253;p68">
              <a:extLst>
                <a:ext uri="{FF2B5EF4-FFF2-40B4-BE49-F238E27FC236}">
                  <a16:creationId xmlns:a16="http://schemas.microsoft.com/office/drawing/2014/main" id="{0C32E639-068E-4718-9429-4D7DF5B06DC4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699" name="Google Shape;2254;p68">
              <a:extLst>
                <a:ext uri="{FF2B5EF4-FFF2-40B4-BE49-F238E27FC236}">
                  <a16:creationId xmlns:a16="http://schemas.microsoft.com/office/drawing/2014/main" id="{D2FECAAE-E84D-44E3-9D2F-0C92602F3446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00" name="Google Shape;2255;p68">
              <a:extLst>
                <a:ext uri="{FF2B5EF4-FFF2-40B4-BE49-F238E27FC236}">
                  <a16:creationId xmlns:a16="http://schemas.microsoft.com/office/drawing/2014/main" id="{CB4CEE52-503A-4D28-815D-2FBAD5542583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01" name="Google Shape;2256;p68">
              <a:extLst>
                <a:ext uri="{FF2B5EF4-FFF2-40B4-BE49-F238E27FC236}">
                  <a16:creationId xmlns:a16="http://schemas.microsoft.com/office/drawing/2014/main" id="{E1522021-3AB4-4BA8-A707-F4ECB99DAC8C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02" name="Google Shape;2257;p68">
              <a:extLst>
                <a:ext uri="{FF2B5EF4-FFF2-40B4-BE49-F238E27FC236}">
                  <a16:creationId xmlns:a16="http://schemas.microsoft.com/office/drawing/2014/main" id="{C40F1F76-85C0-48FA-8FE4-16B437E4E38D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03" name="Google Shape;2258;p68">
              <a:extLst>
                <a:ext uri="{FF2B5EF4-FFF2-40B4-BE49-F238E27FC236}">
                  <a16:creationId xmlns:a16="http://schemas.microsoft.com/office/drawing/2014/main" id="{7E894C66-AC5B-45EE-8C35-4A638EDEA41E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04" name="Google Shape;2259;p68">
              <a:extLst>
                <a:ext uri="{FF2B5EF4-FFF2-40B4-BE49-F238E27FC236}">
                  <a16:creationId xmlns:a16="http://schemas.microsoft.com/office/drawing/2014/main" id="{B52ABB18-45C3-497A-BD48-120DAE3EBDBC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05" name="Google Shape;2260;p68">
              <a:extLst>
                <a:ext uri="{FF2B5EF4-FFF2-40B4-BE49-F238E27FC236}">
                  <a16:creationId xmlns:a16="http://schemas.microsoft.com/office/drawing/2014/main" id="{B3769D57-7BCF-4FA9-98A9-F912C04BBCD0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06" name="Google Shape;2261;p68">
              <a:extLst>
                <a:ext uri="{FF2B5EF4-FFF2-40B4-BE49-F238E27FC236}">
                  <a16:creationId xmlns:a16="http://schemas.microsoft.com/office/drawing/2014/main" id="{17916B3F-4585-470E-8C5F-13768095D529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07" name="Google Shape;2262;p68">
              <a:extLst>
                <a:ext uri="{FF2B5EF4-FFF2-40B4-BE49-F238E27FC236}">
                  <a16:creationId xmlns:a16="http://schemas.microsoft.com/office/drawing/2014/main" id="{8D11EF69-A5D3-4826-A29C-C69C9C2BC378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08" name="Google Shape;2263;p68">
              <a:extLst>
                <a:ext uri="{FF2B5EF4-FFF2-40B4-BE49-F238E27FC236}">
                  <a16:creationId xmlns:a16="http://schemas.microsoft.com/office/drawing/2014/main" id="{938C9612-6D7D-44CE-B4B9-03F3E71BC12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09" name="Google Shape;2264;p68">
              <a:extLst>
                <a:ext uri="{FF2B5EF4-FFF2-40B4-BE49-F238E27FC236}">
                  <a16:creationId xmlns:a16="http://schemas.microsoft.com/office/drawing/2014/main" id="{EEC9D946-0960-4D3D-87AD-9EA36FF1268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10" name="Google Shape;2265;p68">
              <a:extLst>
                <a:ext uri="{FF2B5EF4-FFF2-40B4-BE49-F238E27FC236}">
                  <a16:creationId xmlns:a16="http://schemas.microsoft.com/office/drawing/2014/main" id="{E5A7ABFD-8878-43B3-B31D-718B9AA97554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11" name="Google Shape;2266;p68">
              <a:extLst>
                <a:ext uri="{FF2B5EF4-FFF2-40B4-BE49-F238E27FC236}">
                  <a16:creationId xmlns:a16="http://schemas.microsoft.com/office/drawing/2014/main" id="{0CB308D1-698E-469B-B0F4-E56F255A4086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12" name="Google Shape;2267;p68">
              <a:extLst>
                <a:ext uri="{FF2B5EF4-FFF2-40B4-BE49-F238E27FC236}">
                  <a16:creationId xmlns:a16="http://schemas.microsoft.com/office/drawing/2014/main" id="{B469ECC7-6FE8-407B-B983-3DA04A797D79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13" name="Google Shape;2268;p68">
              <a:extLst>
                <a:ext uri="{FF2B5EF4-FFF2-40B4-BE49-F238E27FC236}">
                  <a16:creationId xmlns:a16="http://schemas.microsoft.com/office/drawing/2014/main" id="{5710A1FC-B299-4759-971E-FD22490B845E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14" name="Google Shape;2269;p68">
              <a:extLst>
                <a:ext uri="{FF2B5EF4-FFF2-40B4-BE49-F238E27FC236}">
                  <a16:creationId xmlns:a16="http://schemas.microsoft.com/office/drawing/2014/main" id="{7C4FF130-AD4D-4698-B25A-B91886E4E846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15" name="Google Shape;2270;p68">
              <a:extLst>
                <a:ext uri="{FF2B5EF4-FFF2-40B4-BE49-F238E27FC236}">
                  <a16:creationId xmlns:a16="http://schemas.microsoft.com/office/drawing/2014/main" id="{8391432A-981E-4220-8EEE-46FDBBB81800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16" name="Google Shape;2271;p68">
              <a:extLst>
                <a:ext uri="{FF2B5EF4-FFF2-40B4-BE49-F238E27FC236}">
                  <a16:creationId xmlns:a16="http://schemas.microsoft.com/office/drawing/2014/main" id="{A7B24509-72BF-4A1B-A105-3852F99CCA5F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17" name="Google Shape;2272;p68">
              <a:extLst>
                <a:ext uri="{FF2B5EF4-FFF2-40B4-BE49-F238E27FC236}">
                  <a16:creationId xmlns:a16="http://schemas.microsoft.com/office/drawing/2014/main" id="{9D8EB28B-C331-452D-894F-8BF94AE0B431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18" name="Google Shape;2273;p68">
              <a:extLst>
                <a:ext uri="{FF2B5EF4-FFF2-40B4-BE49-F238E27FC236}">
                  <a16:creationId xmlns:a16="http://schemas.microsoft.com/office/drawing/2014/main" id="{D6175617-6335-4A42-8004-F38751394840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19" name="Google Shape;2274;p68">
              <a:extLst>
                <a:ext uri="{FF2B5EF4-FFF2-40B4-BE49-F238E27FC236}">
                  <a16:creationId xmlns:a16="http://schemas.microsoft.com/office/drawing/2014/main" id="{B8C2995F-6C6A-49A8-8E21-A413F38C3CD7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20" name="Google Shape;2275;p68">
              <a:extLst>
                <a:ext uri="{FF2B5EF4-FFF2-40B4-BE49-F238E27FC236}">
                  <a16:creationId xmlns:a16="http://schemas.microsoft.com/office/drawing/2014/main" id="{AE9B4586-27C8-4CB9-8449-E3CE0E7AA2A4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21" name="Google Shape;2276;p68">
              <a:extLst>
                <a:ext uri="{FF2B5EF4-FFF2-40B4-BE49-F238E27FC236}">
                  <a16:creationId xmlns:a16="http://schemas.microsoft.com/office/drawing/2014/main" id="{62161886-6B0E-4FE2-8F92-463352391F86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22" name="Google Shape;2277;p68">
              <a:extLst>
                <a:ext uri="{FF2B5EF4-FFF2-40B4-BE49-F238E27FC236}">
                  <a16:creationId xmlns:a16="http://schemas.microsoft.com/office/drawing/2014/main" id="{C4B27B13-F73E-4C2F-BCB5-2BF74E200B7C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23" name="Google Shape;2278;p68">
              <a:extLst>
                <a:ext uri="{FF2B5EF4-FFF2-40B4-BE49-F238E27FC236}">
                  <a16:creationId xmlns:a16="http://schemas.microsoft.com/office/drawing/2014/main" id="{A3C284A4-2BDA-4769-B799-A5D8E987326D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24" name="Google Shape;2279;p68">
              <a:extLst>
                <a:ext uri="{FF2B5EF4-FFF2-40B4-BE49-F238E27FC236}">
                  <a16:creationId xmlns:a16="http://schemas.microsoft.com/office/drawing/2014/main" id="{B2CC04D1-AF10-42C8-B859-A763137CABD8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25" name="Google Shape;2280;p68">
              <a:extLst>
                <a:ext uri="{FF2B5EF4-FFF2-40B4-BE49-F238E27FC236}">
                  <a16:creationId xmlns:a16="http://schemas.microsoft.com/office/drawing/2014/main" id="{7179FAA5-CA9B-422D-8A08-64295230D5D3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26" name="Google Shape;2281;p68">
              <a:extLst>
                <a:ext uri="{FF2B5EF4-FFF2-40B4-BE49-F238E27FC236}">
                  <a16:creationId xmlns:a16="http://schemas.microsoft.com/office/drawing/2014/main" id="{A47A6A58-A1A6-4E00-91D8-D5416E376503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27" name="Google Shape;2282;p68">
              <a:extLst>
                <a:ext uri="{FF2B5EF4-FFF2-40B4-BE49-F238E27FC236}">
                  <a16:creationId xmlns:a16="http://schemas.microsoft.com/office/drawing/2014/main" id="{BDD71968-41E4-4125-9FC8-B39A73033F33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28" name="Google Shape;2283;p68">
              <a:extLst>
                <a:ext uri="{FF2B5EF4-FFF2-40B4-BE49-F238E27FC236}">
                  <a16:creationId xmlns:a16="http://schemas.microsoft.com/office/drawing/2014/main" id="{9B9F601B-F3ED-4775-BB77-67EC1627DC08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29" name="Google Shape;2284;p68">
              <a:extLst>
                <a:ext uri="{FF2B5EF4-FFF2-40B4-BE49-F238E27FC236}">
                  <a16:creationId xmlns:a16="http://schemas.microsoft.com/office/drawing/2014/main" id="{F32E7143-C590-4EB6-AD95-F8D6F5B2666B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30" name="Google Shape;2285;p68">
              <a:extLst>
                <a:ext uri="{FF2B5EF4-FFF2-40B4-BE49-F238E27FC236}">
                  <a16:creationId xmlns:a16="http://schemas.microsoft.com/office/drawing/2014/main" id="{F991EEA8-F369-45E4-84EF-903D9685E658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31" name="Google Shape;2286;p68">
              <a:extLst>
                <a:ext uri="{FF2B5EF4-FFF2-40B4-BE49-F238E27FC236}">
                  <a16:creationId xmlns:a16="http://schemas.microsoft.com/office/drawing/2014/main" id="{0AD06196-01AB-4EE5-967D-E6E33A9E7062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32" name="Google Shape;2287;p68">
              <a:extLst>
                <a:ext uri="{FF2B5EF4-FFF2-40B4-BE49-F238E27FC236}">
                  <a16:creationId xmlns:a16="http://schemas.microsoft.com/office/drawing/2014/main" id="{9D24EC50-6D81-4863-88EC-66D009DDE4AA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33" name="Google Shape;2288;p68">
              <a:extLst>
                <a:ext uri="{FF2B5EF4-FFF2-40B4-BE49-F238E27FC236}">
                  <a16:creationId xmlns:a16="http://schemas.microsoft.com/office/drawing/2014/main" id="{172C0112-D6E6-47D0-BE77-546771EA7FB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34" name="Google Shape;2289;p68">
              <a:extLst>
                <a:ext uri="{FF2B5EF4-FFF2-40B4-BE49-F238E27FC236}">
                  <a16:creationId xmlns:a16="http://schemas.microsoft.com/office/drawing/2014/main" id="{0A4EAE72-4A1B-4CCB-9FA1-EB33846EACD5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35" name="Google Shape;2290;p68">
              <a:extLst>
                <a:ext uri="{FF2B5EF4-FFF2-40B4-BE49-F238E27FC236}">
                  <a16:creationId xmlns:a16="http://schemas.microsoft.com/office/drawing/2014/main" id="{A6213752-DF8E-4306-ADC2-196B4DE00AD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36" name="Google Shape;2291;p68">
              <a:extLst>
                <a:ext uri="{FF2B5EF4-FFF2-40B4-BE49-F238E27FC236}">
                  <a16:creationId xmlns:a16="http://schemas.microsoft.com/office/drawing/2014/main" id="{43A59E68-22FE-4F32-BEE1-1BC79B4E3192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37" name="Google Shape;2292;p68">
              <a:extLst>
                <a:ext uri="{FF2B5EF4-FFF2-40B4-BE49-F238E27FC236}">
                  <a16:creationId xmlns:a16="http://schemas.microsoft.com/office/drawing/2014/main" id="{909A8B2B-56CB-4FA6-9B5D-D2961D528896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38" name="Google Shape;2293;p68">
              <a:extLst>
                <a:ext uri="{FF2B5EF4-FFF2-40B4-BE49-F238E27FC236}">
                  <a16:creationId xmlns:a16="http://schemas.microsoft.com/office/drawing/2014/main" id="{59BDACF3-F9E2-4D41-8451-CA0E34EF0055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39" name="Google Shape;2294;p68">
              <a:extLst>
                <a:ext uri="{FF2B5EF4-FFF2-40B4-BE49-F238E27FC236}">
                  <a16:creationId xmlns:a16="http://schemas.microsoft.com/office/drawing/2014/main" id="{743F747C-EB69-4929-A2EF-5456BE5D3367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40" name="Google Shape;2295;p68">
              <a:extLst>
                <a:ext uri="{FF2B5EF4-FFF2-40B4-BE49-F238E27FC236}">
                  <a16:creationId xmlns:a16="http://schemas.microsoft.com/office/drawing/2014/main" id="{FFFF2F84-83EA-4A6A-9B8A-AAED96889034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41" name="Google Shape;2296;p68">
              <a:extLst>
                <a:ext uri="{FF2B5EF4-FFF2-40B4-BE49-F238E27FC236}">
                  <a16:creationId xmlns:a16="http://schemas.microsoft.com/office/drawing/2014/main" id="{3B0A1ED5-7D11-43F1-9050-B940241ACA60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42" name="Google Shape;2297;p68">
              <a:extLst>
                <a:ext uri="{FF2B5EF4-FFF2-40B4-BE49-F238E27FC236}">
                  <a16:creationId xmlns:a16="http://schemas.microsoft.com/office/drawing/2014/main" id="{B469F9C7-9A52-47AB-89DD-B32514DC7882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43" name="Google Shape;2298;p68">
              <a:extLst>
                <a:ext uri="{FF2B5EF4-FFF2-40B4-BE49-F238E27FC236}">
                  <a16:creationId xmlns:a16="http://schemas.microsoft.com/office/drawing/2014/main" id="{241C3D80-3954-435E-82E4-62A3A5ABC43F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44" name="Google Shape;2299;p68">
              <a:extLst>
                <a:ext uri="{FF2B5EF4-FFF2-40B4-BE49-F238E27FC236}">
                  <a16:creationId xmlns:a16="http://schemas.microsoft.com/office/drawing/2014/main" id="{E8BA39CD-AAE5-449C-AE9F-E1F26AB0264F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45" name="Google Shape;2300;p68">
              <a:extLst>
                <a:ext uri="{FF2B5EF4-FFF2-40B4-BE49-F238E27FC236}">
                  <a16:creationId xmlns:a16="http://schemas.microsoft.com/office/drawing/2014/main" id="{3AD22610-915D-402A-9E00-503BCEE773F4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46" name="Google Shape;2301;p68">
              <a:extLst>
                <a:ext uri="{FF2B5EF4-FFF2-40B4-BE49-F238E27FC236}">
                  <a16:creationId xmlns:a16="http://schemas.microsoft.com/office/drawing/2014/main" id="{1024E40A-D121-440D-AAA0-B31186C7AF1B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47" name="Google Shape;2302;p68">
              <a:extLst>
                <a:ext uri="{FF2B5EF4-FFF2-40B4-BE49-F238E27FC236}">
                  <a16:creationId xmlns:a16="http://schemas.microsoft.com/office/drawing/2014/main" id="{54A6F08E-286E-4AE0-8B60-CFB7DB143322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48" name="Google Shape;2303;p68">
              <a:extLst>
                <a:ext uri="{FF2B5EF4-FFF2-40B4-BE49-F238E27FC236}">
                  <a16:creationId xmlns:a16="http://schemas.microsoft.com/office/drawing/2014/main" id="{654E111E-AC68-4E72-BFAE-A0822B3AA81C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49" name="Google Shape;2304;p68">
              <a:extLst>
                <a:ext uri="{FF2B5EF4-FFF2-40B4-BE49-F238E27FC236}">
                  <a16:creationId xmlns:a16="http://schemas.microsoft.com/office/drawing/2014/main" id="{F6886568-6EAC-41DF-B9A9-A5C1D065001E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50" name="Google Shape;2305;p68">
              <a:extLst>
                <a:ext uri="{FF2B5EF4-FFF2-40B4-BE49-F238E27FC236}">
                  <a16:creationId xmlns:a16="http://schemas.microsoft.com/office/drawing/2014/main" id="{03CD80CB-CEF4-4259-B089-8B861C0A383C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51" name="Google Shape;2306;p68">
              <a:extLst>
                <a:ext uri="{FF2B5EF4-FFF2-40B4-BE49-F238E27FC236}">
                  <a16:creationId xmlns:a16="http://schemas.microsoft.com/office/drawing/2014/main" id="{8E7A4479-DC2C-4716-9754-1199AFA8A5F7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52" name="Google Shape;2307;p68">
              <a:extLst>
                <a:ext uri="{FF2B5EF4-FFF2-40B4-BE49-F238E27FC236}">
                  <a16:creationId xmlns:a16="http://schemas.microsoft.com/office/drawing/2014/main" id="{2BA84CA8-E0AB-47B9-AE85-CE1B61FC3295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53" name="Google Shape;2308;p68">
              <a:extLst>
                <a:ext uri="{FF2B5EF4-FFF2-40B4-BE49-F238E27FC236}">
                  <a16:creationId xmlns:a16="http://schemas.microsoft.com/office/drawing/2014/main" id="{DBFDE353-13B7-4DED-86AD-C2ADE49D7CF6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54" name="Google Shape;2309;p68">
              <a:extLst>
                <a:ext uri="{FF2B5EF4-FFF2-40B4-BE49-F238E27FC236}">
                  <a16:creationId xmlns:a16="http://schemas.microsoft.com/office/drawing/2014/main" id="{A3762A48-874C-4210-BD6D-79E58D9BB930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55" name="Google Shape;2310;p68">
              <a:extLst>
                <a:ext uri="{FF2B5EF4-FFF2-40B4-BE49-F238E27FC236}">
                  <a16:creationId xmlns:a16="http://schemas.microsoft.com/office/drawing/2014/main" id="{03C132B8-6EAC-4FA3-8AC9-024B7D017642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56" name="Google Shape;2311;p68">
              <a:extLst>
                <a:ext uri="{FF2B5EF4-FFF2-40B4-BE49-F238E27FC236}">
                  <a16:creationId xmlns:a16="http://schemas.microsoft.com/office/drawing/2014/main" id="{B41A0CBD-6619-4307-B7BC-2549FD05DFB1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57" name="Google Shape;2312;p68">
              <a:extLst>
                <a:ext uri="{FF2B5EF4-FFF2-40B4-BE49-F238E27FC236}">
                  <a16:creationId xmlns:a16="http://schemas.microsoft.com/office/drawing/2014/main" id="{1201D3AB-0EB1-4E62-B0AD-691E648B9B7B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58" name="Google Shape;2313;p68">
              <a:extLst>
                <a:ext uri="{FF2B5EF4-FFF2-40B4-BE49-F238E27FC236}">
                  <a16:creationId xmlns:a16="http://schemas.microsoft.com/office/drawing/2014/main" id="{571FD4CF-F1C3-4AFD-8311-C4A865407192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59" name="Google Shape;2314;p68">
              <a:extLst>
                <a:ext uri="{FF2B5EF4-FFF2-40B4-BE49-F238E27FC236}">
                  <a16:creationId xmlns:a16="http://schemas.microsoft.com/office/drawing/2014/main" id="{9E0C48F9-F27A-4A3E-A1C6-472AAE8EF351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60" name="Google Shape;2315;p68">
              <a:extLst>
                <a:ext uri="{FF2B5EF4-FFF2-40B4-BE49-F238E27FC236}">
                  <a16:creationId xmlns:a16="http://schemas.microsoft.com/office/drawing/2014/main" id="{48A5DF67-9CC6-47D3-8409-419E69E4EDAC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61" name="Google Shape;2316;p68">
              <a:extLst>
                <a:ext uri="{FF2B5EF4-FFF2-40B4-BE49-F238E27FC236}">
                  <a16:creationId xmlns:a16="http://schemas.microsoft.com/office/drawing/2014/main" id="{30427DA9-C841-4CD9-A993-1A7EB5DE48F6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62" name="Google Shape;2317;p68">
              <a:extLst>
                <a:ext uri="{FF2B5EF4-FFF2-40B4-BE49-F238E27FC236}">
                  <a16:creationId xmlns:a16="http://schemas.microsoft.com/office/drawing/2014/main" id="{3F5C48E0-D5FC-49C6-84AD-BE83243B6489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63" name="Google Shape;2318;p68">
              <a:extLst>
                <a:ext uri="{FF2B5EF4-FFF2-40B4-BE49-F238E27FC236}">
                  <a16:creationId xmlns:a16="http://schemas.microsoft.com/office/drawing/2014/main" id="{B68419B5-D299-419C-8A16-2559A2087691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64" name="Google Shape;2319;p68">
              <a:extLst>
                <a:ext uri="{FF2B5EF4-FFF2-40B4-BE49-F238E27FC236}">
                  <a16:creationId xmlns:a16="http://schemas.microsoft.com/office/drawing/2014/main" id="{633815C7-AC17-4B15-88A6-199CAFAAEB15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65" name="Google Shape;2320;p68">
              <a:extLst>
                <a:ext uri="{FF2B5EF4-FFF2-40B4-BE49-F238E27FC236}">
                  <a16:creationId xmlns:a16="http://schemas.microsoft.com/office/drawing/2014/main" id="{965C11DF-1680-484C-9378-3B8487783955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66" name="Google Shape;2321;p68">
              <a:extLst>
                <a:ext uri="{FF2B5EF4-FFF2-40B4-BE49-F238E27FC236}">
                  <a16:creationId xmlns:a16="http://schemas.microsoft.com/office/drawing/2014/main" id="{E1289F91-C40C-4776-A380-7B51F50E027A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67" name="Google Shape;2322;p68">
              <a:extLst>
                <a:ext uri="{FF2B5EF4-FFF2-40B4-BE49-F238E27FC236}">
                  <a16:creationId xmlns:a16="http://schemas.microsoft.com/office/drawing/2014/main" id="{EBD12AC6-2682-45A3-B37A-6395BC0BE020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68" name="Google Shape;2323;p68">
              <a:extLst>
                <a:ext uri="{FF2B5EF4-FFF2-40B4-BE49-F238E27FC236}">
                  <a16:creationId xmlns:a16="http://schemas.microsoft.com/office/drawing/2014/main" id="{F2CA86E4-8CF0-49D5-930D-BCBB10EF131E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69" name="Google Shape;2324;p68">
              <a:extLst>
                <a:ext uri="{FF2B5EF4-FFF2-40B4-BE49-F238E27FC236}">
                  <a16:creationId xmlns:a16="http://schemas.microsoft.com/office/drawing/2014/main" id="{3EEEA0F1-B9DE-4591-80B3-A831C0312880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70" name="Google Shape;2325;p68">
              <a:extLst>
                <a:ext uri="{FF2B5EF4-FFF2-40B4-BE49-F238E27FC236}">
                  <a16:creationId xmlns:a16="http://schemas.microsoft.com/office/drawing/2014/main" id="{65FE988D-F5DE-408E-8F16-215ACFBFB098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71" name="Google Shape;2326;p68">
              <a:extLst>
                <a:ext uri="{FF2B5EF4-FFF2-40B4-BE49-F238E27FC236}">
                  <a16:creationId xmlns:a16="http://schemas.microsoft.com/office/drawing/2014/main" id="{DACF5243-7414-4A97-90E9-19ECDCD23A8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72" name="Google Shape;2327;p68">
              <a:extLst>
                <a:ext uri="{FF2B5EF4-FFF2-40B4-BE49-F238E27FC236}">
                  <a16:creationId xmlns:a16="http://schemas.microsoft.com/office/drawing/2014/main" id="{7472D1CC-1C82-4FD4-9DDF-DC2D4163EE6D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73" name="Google Shape;2328;p68">
              <a:extLst>
                <a:ext uri="{FF2B5EF4-FFF2-40B4-BE49-F238E27FC236}">
                  <a16:creationId xmlns:a16="http://schemas.microsoft.com/office/drawing/2014/main" id="{A59EB802-4A10-466C-A006-C72CB71568EA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74" name="Google Shape;2329;p68">
              <a:extLst>
                <a:ext uri="{FF2B5EF4-FFF2-40B4-BE49-F238E27FC236}">
                  <a16:creationId xmlns:a16="http://schemas.microsoft.com/office/drawing/2014/main" id="{80AA6207-2236-4C42-AE72-ABF18A02E92F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75" name="Google Shape;2330;p68">
              <a:extLst>
                <a:ext uri="{FF2B5EF4-FFF2-40B4-BE49-F238E27FC236}">
                  <a16:creationId xmlns:a16="http://schemas.microsoft.com/office/drawing/2014/main" id="{10E9D52D-F593-4E4A-95A7-050B9D16DF73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76" name="Google Shape;2331;p68">
              <a:extLst>
                <a:ext uri="{FF2B5EF4-FFF2-40B4-BE49-F238E27FC236}">
                  <a16:creationId xmlns:a16="http://schemas.microsoft.com/office/drawing/2014/main" id="{7A5BE6A0-550E-4659-8953-0A9ED9F4DFBC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77" name="Google Shape;2332;p68">
              <a:extLst>
                <a:ext uri="{FF2B5EF4-FFF2-40B4-BE49-F238E27FC236}">
                  <a16:creationId xmlns:a16="http://schemas.microsoft.com/office/drawing/2014/main" id="{250D0660-3A02-4D54-9F38-B599D2B0B1AD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78" name="Google Shape;2333;p68">
              <a:extLst>
                <a:ext uri="{FF2B5EF4-FFF2-40B4-BE49-F238E27FC236}">
                  <a16:creationId xmlns:a16="http://schemas.microsoft.com/office/drawing/2014/main" id="{066CF476-9B67-44AC-91B2-AB53DDEF2DEC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79" name="Google Shape;2334;p68">
              <a:extLst>
                <a:ext uri="{FF2B5EF4-FFF2-40B4-BE49-F238E27FC236}">
                  <a16:creationId xmlns:a16="http://schemas.microsoft.com/office/drawing/2014/main" id="{FE1E92B7-B7C0-47B5-9FB0-4DA60ABAA826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80" name="Google Shape;2335;p68">
              <a:extLst>
                <a:ext uri="{FF2B5EF4-FFF2-40B4-BE49-F238E27FC236}">
                  <a16:creationId xmlns:a16="http://schemas.microsoft.com/office/drawing/2014/main" id="{A125A627-BAC0-446C-882E-446573864D45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81" name="Google Shape;2336;p68">
              <a:extLst>
                <a:ext uri="{FF2B5EF4-FFF2-40B4-BE49-F238E27FC236}">
                  <a16:creationId xmlns:a16="http://schemas.microsoft.com/office/drawing/2014/main" id="{818C840B-B0AC-4890-8377-69E44005D88E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82" name="Google Shape;2337;p68">
              <a:extLst>
                <a:ext uri="{FF2B5EF4-FFF2-40B4-BE49-F238E27FC236}">
                  <a16:creationId xmlns:a16="http://schemas.microsoft.com/office/drawing/2014/main" id="{75B6DC2D-E54C-4559-B537-9970F2F23B32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83" name="Google Shape;2338;p68">
              <a:extLst>
                <a:ext uri="{FF2B5EF4-FFF2-40B4-BE49-F238E27FC236}">
                  <a16:creationId xmlns:a16="http://schemas.microsoft.com/office/drawing/2014/main" id="{1086040E-6678-41D9-92E2-452F8B99EBB1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84" name="Google Shape;2339;p68">
              <a:extLst>
                <a:ext uri="{FF2B5EF4-FFF2-40B4-BE49-F238E27FC236}">
                  <a16:creationId xmlns:a16="http://schemas.microsoft.com/office/drawing/2014/main" id="{42625011-B262-40E6-A04B-68492002E326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85" name="Google Shape;2340;p68">
              <a:extLst>
                <a:ext uri="{FF2B5EF4-FFF2-40B4-BE49-F238E27FC236}">
                  <a16:creationId xmlns:a16="http://schemas.microsoft.com/office/drawing/2014/main" id="{72554805-DA05-4ABE-9EB5-FE2FFC1EF2A4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86" name="Google Shape;2341;p68">
              <a:extLst>
                <a:ext uri="{FF2B5EF4-FFF2-40B4-BE49-F238E27FC236}">
                  <a16:creationId xmlns:a16="http://schemas.microsoft.com/office/drawing/2014/main" id="{C4708938-E62E-4291-A50D-3A827BFFD5EF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87" name="Google Shape;2342;p68">
              <a:extLst>
                <a:ext uri="{FF2B5EF4-FFF2-40B4-BE49-F238E27FC236}">
                  <a16:creationId xmlns:a16="http://schemas.microsoft.com/office/drawing/2014/main" id="{3B48C258-7DCE-471A-BC49-F59657EAAF4E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88" name="Google Shape;2343;p68">
              <a:extLst>
                <a:ext uri="{FF2B5EF4-FFF2-40B4-BE49-F238E27FC236}">
                  <a16:creationId xmlns:a16="http://schemas.microsoft.com/office/drawing/2014/main" id="{DA91BB36-61FA-44A5-A65A-D31C532BFA05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89" name="Google Shape;2344;p68">
              <a:extLst>
                <a:ext uri="{FF2B5EF4-FFF2-40B4-BE49-F238E27FC236}">
                  <a16:creationId xmlns:a16="http://schemas.microsoft.com/office/drawing/2014/main" id="{3A6CEE3D-CBDF-4D11-82AD-118098A860F8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90" name="Google Shape;2345;p68">
              <a:extLst>
                <a:ext uri="{FF2B5EF4-FFF2-40B4-BE49-F238E27FC236}">
                  <a16:creationId xmlns:a16="http://schemas.microsoft.com/office/drawing/2014/main" id="{69FC06B9-A55F-47D0-8FDA-52E24F01D03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91" name="Google Shape;2346;p68">
              <a:extLst>
                <a:ext uri="{FF2B5EF4-FFF2-40B4-BE49-F238E27FC236}">
                  <a16:creationId xmlns:a16="http://schemas.microsoft.com/office/drawing/2014/main" id="{E3580F79-CF09-4D75-9965-DD83CBFC5B84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92" name="Google Shape;2347;p68">
              <a:extLst>
                <a:ext uri="{FF2B5EF4-FFF2-40B4-BE49-F238E27FC236}">
                  <a16:creationId xmlns:a16="http://schemas.microsoft.com/office/drawing/2014/main" id="{95ED07C4-B009-4E72-94A9-AC3436B89E7C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93" name="Google Shape;2348;p68">
              <a:extLst>
                <a:ext uri="{FF2B5EF4-FFF2-40B4-BE49-F238E27FC236}">
                  <a16:creationId xmlns:a16="http://schemas.microsoft.com/office/drawing/2014/main" id="{C03713FF-99C6-47CE-B69D-E091D25E7256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94" name="Google Shape;2349;p68">
              <a:extLst>
                <a:ext uri="{FF2B5EF4-FFF2-40B4-BE49-F238E27FC236}">
                  <a16:creationId xmlns:a16="http://schemas.microsoft.com/office/drawing/2014/main" id="{61C137CF-8B86-456F-9F71-F05265861AC4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95" name="Google Shape;2350;p68">
              <a:extLst>
                <a:ext uri="{FF2B5EF4-FFF2-40B4-BE49-F238E27FC236}">
                  <a16:creationId xmlns:a16="http://schemas.microsoft.com/office/drawing/2014/main" id="{9C87087E-BBD8-4536-ADC8-D57C95DCFAE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96" name="Google Shape;2351;p68">
              <a:extLst>
                <a:ext uri="{FF2B5EF4-FFF2-40B4-BE49-F238E27FC236}">
                  <a16:creationId xmlns:a16="http://schemas.microsoft.com/office/drawing/2014/main" id="{F72E1936-3261-4B7F-A1AB-FF92E276C81A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97" name="Google Shape;2352;p68">
              <a:extLst>
                <a:ext uri="{FF2B5EF4-FFF2-40B4-BE49-F238E27FC236}">
                  <a16:creationId xmlns:a16="http://schemas.microsoft.com/office/drawing/2014/main" id="{365981FA-052E-4E1E-BF20-BAB94C50B1C0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98" name="Google Shape;2353;p68">
              <a:extLst>
                <a:ext uri="{FF2B5EF4-FFF2-40B4-BE49-F238E27FC236}">
                  <a16:creationId xmlns:a16="http://schemas.microsoft.com/office/drawing/2014/main" id="{BA49EA41-B641-48E0-9D82-8706FA116BD1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799" name="Google Shape;2354;p68">
              <a:extLst>
                <a:ext uri="{FF2B5EF4-FFF2-40B4-BE49-F238E27FC236}">
                  <a16:creationId xmlns:a16="http://schemas.microsoft.com/office/drawing/2014/main" id="{664F8434-BB11-46BA-98DB-2A0FFA344B0B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00" name="Google Shape;2355;p68">
              <a:extLst>
                <a:ext uri="{FF2B5EF4-FFF2-40B4-BE49-F238E27FC236}">
                  <a16:creationId xmlns:a16="http://schemas.microsoft.com/office/drawing/2014/main" id="{E9693902-27BB-46D1-AE66-DBA433ED5AA0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01" name="Google Shape;2356;p68">
              <a:extLst>
                <a:ext uri="{FF2B5EF4-FFF2-40B4-BE49-F238E27FC236}">
                  <a16:creationId xmlns:a16="http://schemas.microsoft.com/office/drawing/2014/main" id="{1514813A-EE59-414E-83E6-D2ADD5AF4B9B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02" name="Google Shape;2357;p68">
              <a:extLst>
                <a:ext uri="{FF2B5EF4-FFF2-40B4-BE49-F238E27FC236}">
                  <a16:creationId xmlns:a16="http://schemas.microsoft.com/office/drawing/2014/main" id="{83636294-2476-41CD-BA1F-AF97B8CFBB0B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03" name="Google Shape;2358;p68">
              <a:extLst>
                <a:ext uri="{FF2B5EF4-FFF2-40B4-BE49-F238E27FC236}">
                  <a16:creationId xmlns:a16="http://schemas.microsoft.com/office/drawing/2014/main" id="{50C7E1EA-5EF3-4900-8067-4D7B13E2F7A8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04" name="Google Shape;2359;p68">
              <a:extLst>
                <a:ext uri="{FF2B5EF4-FFF2-40B4-BE49-F238E27FC236}">
                  <a16:creationId xmlns:a16="http://schemas.microsoft.com/office/drawing/2014/main" id="{744C2A75-9254-4EAF-9194-DC20C2D88880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05" name="Google Shape;2360;p68">
              <a:extLst>
                <a:ext uri="{FF2B5EF4-FFF2-40B4-BE49-F238E27FC236}">
                  <a16:creationId xmlns:a16="http://schemas.microsoft.com/office/drawing/2014/main" id="{A4FC4441-3BD3-46B1-B1E3-E477CE60C494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06" name="Google Shape;2361;p68">
              <a:extLst>
                <a:ext uri="{FF2B5EF4-FFF2-40B4-BE49-F238E27FC236}">
                  <a16:creationId xmlns:a16="http://schemas.microsoft.com/office/drawing/2014/main" id="{B5FB4B5D-ACB6-4107-914C-B9B8AFEFC985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07" name="Google Shape;2362;p68">
              <a:extLst>
                <a:ext uri="{FF2B5EF4-FFF2-40B4-BE49-F238E27FC236}">
                  <a16:creationId xmlns:a16="http://schemas.microsoft.com/office/drawing/2014/main" id="{4B708085-415E-4BCB-A123-E43D95C4645F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08" name="Google Shape;2363;p68">
              <a:extLst>
                <a:ext uri="{FF2B5EF4-FFF2-40B4-BE49-F238E27FC236}">
                  <a16:creationId xmlns:a16="http://schemas.microsoft.com/office/drawing/2014/main" id="{64095169-E4AB-47BD-AFC6-14BC6B4DBC50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09" name="Google Shape;2364;p68">
              <a:extLst>
                <a:ext uri="{FF2B5EF4-FFF2-40B4-BE49-F238E27FC236}">
                  <a16:creationId xmlns:a16="http://schemas.microsoft.com/office/drawing/2014/main" id="{7A69EEDF-6D83-4CC1-BB18-4D15EE4FD300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10" name="Google Shape;2365;p68">
              <a:extLst>
                <a:ext uri="{FF2B5EF4-FFF2-40B4-BE49-F238E27FC236}">
                  <a16:creationId xmlns:a16="http://schemas.microsoft.com/office/drawing/2014/main" id="{30BBF036-6695-4447-A352-66212FD4168F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11" name="Google Shape;2366;p68">
              <a:extLst>
                <a:ext uri="{FF2B5EF4-FFF2-40B4-BE49-F238E27FC236}">
                  <a16:creationId xmlns:a16="http://schemas.microsoft.com/office/drawing/2014/main" id="{301BA50B-63B4-4BE3-884F-DF184405214B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12" name="Google Shape;2367;p68">
              <a:extLst>
                <a:ext uri="{FF2B5EF4-FFF2-40B4-BE49-F238E27FC236}">
                  <a16:creationId xmlns:a16="http://schemas.microsoft.com/office/drawing/2014/main" id="{D0417118-696B-4FD9-8DFB-B41E71860C8E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13" name="Google Shape;2368;p68">
              <a:extLst>
                <a:ext uri="{FF2B5EF4-FFF2-40B4-BE49-F238E27FC236}">
                  <a16:creationId xmlns:a16="http://schemas.microsoft.com/office/drawing/2014/main" id="{C53F6F99-6066-42FF-B0F0-12C98420EB9F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14" name="Google Shape;2369;p68">
              <a:extLst>
                <a:ext uri="{FF2B5EF4-FFF2-40B4-BE49-F238E27FC236}">
                  <a16:creationId xmlns:a16="http://schemas.microsoft.com/office/drawing/2014/main" id="{0326B809-63C3-45B4-AE64-99830EB82AB9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15" name="Google Shape;2370;p68">
              <a:extLst>
                <a:ext uri="{FF2B5EF4-FFF2-40B4-BE49-F238E27FC236}">
                  <a16:creationId xmlns:a16="http://schemas.microsoft.com/office/drawing/2014/main" id="{2CE3F55D-EEA6-4279-81B5-8EC8D800FA5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16" name="Google Shape;2371;p68">
              <a:extLst>
                <a:ext uri="{FF2B5EF4-FFF2-40B4-BE49-F238E27FC236}">
                  <a16:creationId xmlns:a16="http://schemas.microsoft.com/office/drawing/2014/main" id="{96030908-4DDB-43CF-9463-7FE0CDDF6412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17" name="Google Shape;2372;p68">
              <a:extLst>
                <a:ext uri="{FF2B5EF4-FFF2-40B4-BE49-F238E27FC236}">
                  <a16:creationId xmlns:a16="http://schemas.microsoft.com/office/drawing/2014/main" id="{476D343B-DA22-4321-AC34-552CD7FCD9DE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18" name="Google Shape;2373;p68">
              <a:extLst>
                <a:ext uri="{FF2B5EF4-FFF2-40B4-BE49-F238E27FC236}">
                  <a16:creationId xmlns:a16="http://schemas.microsoft.com/office/drawing/2014/main" id="{B7A737AD-6EA1-4FF1-ABA4-574F01874989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19" name="Google Shape;2374;p68">
              <a:extLst>
                <a:ext uri="{FF2B5EF4-FFF2-40B4-BE49-F238E27FC236}">
                  <a16:creationId xmlns:a16="http://schemas.microsoft.com/office/drawing/2014/main" id="{5128F00D-05B8-427D-9894-39D65F7F8BDC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20" name="Google Shape;2375;p68">
              <a:extLst>
                <a:ext uri="{FF2B5EF4-FFF2-40B4-BE49-F238E27FC236}">
                  <a16:creationId xmlns:a16="http://schemas.microsoft.com/office/drawing/2014/main" id="{A614C860-46B0-47C3-9FC1-0CAE7AE92515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21" name="Google Shape;2376;p68">
              <a:extLst>
                <a:ext uri="{FF2B5EF4-FFF2-40B4-BE49-F238E27FC236}">
                  <a16:creationId xmlns:a16="http://schemas.microsoft.com/office/drawing/2014/main" id="{309860CB-EF1E-4DBE-86C0-8D0D366B4933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22" name="Google Shape;2377;p68">
              <a:extLst>
                <a:ext uri="{FF2B5EF4-FFF2-40B4-BE49-F238E27FC236}">
                  <a16:creationId xmlns:a16="http://schemas.microsoft.com/office/drawing/2014/main" id="{5FF989EC-E1BD-4D2B-89AC-4F5654C66BE6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23" name="Google Shape;2378;p68">
              <a:extLst>
                <a:ext uri="{FF2B5EF4-FFF2-40B4-BE49-F238E27FC236}">
                  <a16:creationId xmlns:a16="http://schemas.microsoft.com/office/drawing/2014/main" id="{5677FD82-27C2-4758-A38D-AB65783E1973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24" name="Google Shape;2379;p68">
              <a:extLst>
                <a:ext uri="{FF2B5EF4-FFF2-40B4-BE49-F238E27FC236}">
                  <a16:creationId xmlns:a16="http://schemas.microsoft.com/office/drawing/2014/main" id="{41EEC702-35A5-4FBF-A903-F2168454D406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25" name="Google Shape;2380;p68">
              <a:extLst>
                <a:ext uri="{FF2B5EF4-FFF2-40B4-BE49-F238E27FC236}">
                  <a16:creationId xmlns:a16="http://schemas.microsoft.com/office/drawing/2014/main" id="{615286B9-FA3B-4BF3-A549-3DB863F79D8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26" name="Google Shape;2381;p68">
              <a:extLst>
                <a:ext uri="{FF2B5EF4-FFF2-40B4-BE49-F238E27FC236}">
                  <a16:creationId xmlns:a16="http://schemas.microsoft.com/office/drawing/2014/main" id="{81EC700D-3B0C-4B9F-9F8C-3FF5E959900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27" name="Google Shape;2382;p68">
              <a:extLst>
                <a:ext uri="{FF2B5EF4-FFF2-40B4-BE49-F238E27FC236}">
                  <a16:creationId xmlns:a16="http://schemas.microsoft.com/office/drawing/2014/main" id="{34D15419-E0C5-422A-852F-76BDFA75056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28" name="Google Shape;2383;p68">
              <a:extLst>
                <a:ext uri="{FF2B5EF4-FFF2-40B4-BE49-F238E27FC236}">
                  <a16:creationId xmlns:a16="http://schemas.microsoft.com/office/drawing/2014/main" id="{6857B2BA-BD4A-49E2-B858-062762B6CF6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29" name="Google Shape;2384;p68">
              <a:extLst>
                <a:ext uri="{FF2B5EF4-FFF2-40B4-BE49-F238E27FC236}">
                  <a16:creationId xmlns:a16="http://schemas.microsoft.com/office/drawing/2014/main" id="{29594F5F-795D-4D7B-899C-24002C94D4A6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30" name="Google Shape;2385;p68">
              <a:extLst>
                <a:ext uri="{FF2B5EF4-FFF2-40B4-BE49-F238E27FC236}">
                  <a16:creationId xmlns:a16="http://schemas.microsoft.com/office/drawing/2014/main" id="{6C62EB40-3F46-4CC4-9886-6AEAD1A386D4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31" name="Google Shape;2386;p68">
              <a:extLst>
                <a:ext uri="{FF2B5EF4-FFF2-40B4-BE49-F238E27FC236}">
                  <a16:creationId xmlns:a16="http://schemas.microsoft.com/office/drawing/2014/main" id="{606CE7E0-129D-4BD2-BB44-392A3DF0CE49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32" name="Google Shape;2387;p68">
              <a:extLst>
                <a:ext uri="{FF2B5EF4-FFF2-40B4-BE49-F238E27FC236}">
                  <a16:creationId xmlns:a16="http://schemas.microsoft.com/office/drawing/2014/main" id="{72885A58-445C-479C-9BEB-8893D12FD0E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33" name="Google Shape;2388;p68">
              <a:extLst>
                <a:ext uri="{FF2B5EF4-FFF2-40B4-BE49-F238E27FC236}">
                  <a16:creationId xmlns:a16="http://schemas.microsoft.com/office/drawing/2014/main" id="{4B620FEB-B4D1-40A3-91AA-BE9EE657D3CE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34" name="Google Shape;2389;p68">
              <a:extLst>
                <a:ext uri="{FF2B5EF4-FFF2-40B4-BE49-F238E27FC236}">
                  <a16:creationId xmlns:a16="http://schemas.microsoft.com/office/drawing/2014/main" id="{5F8B1C30-EF30-42DF-AC66-60EE5F68FB23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35" name="Google Shape;2390;p68">
              <a:extLst>
                <a:ext uri="{FF2B5EF4-FFF2-40B4-BE49-F238E27FC236}">
                  <a16:creationId xmlns:a16="http://schemas.microsoft.com/office/drawing/2014/main" id="{986F1706-35C6-46F9-9A16-6CD106623D8E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36" name="Google Shape;2391;p68">
              <a:extLst>
                <a:ext uri="{FF2B5EF4-FFF2-40B4-BE49-F238E27FC236}">
                  <a16:creationId xmlns:a16="http://schemas.microsoft.com/office/drawing/2014/main" id="{A580DBF4-1D29-464E-96D9-055F09097C33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37" name="Google Shape;2392;p68">
              <a:extLst>
                <a:ext uri="{FF2B5EF4-FFF2-40B4-BE49-F238E27FC236}">
                  <a16:creationId xmlns:a16="http://schemas.microsoft.com/office/drawing/2014/main" id="{AFEAF960-346D-4669-B69C-B728AB4D04A0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38" name="Google Shape;2393;p68">
              <a:extLst>
                <a:ext uri="{FF2B5EF4-FFF2-40B4-BE49-F238E27FC236}">
                  <a16:creationId xmlns:a16="http://schemas.microsoft.com/office/drawing/2014/main" id="{D744ABBE-0313-4556-AB93-4DF764CE0EED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39" name="Google Shape;2394;p68">
              <a:extLst>
                <a:ext uri="{FF2B5EF4-FFF2-40B4-BE49-F238E27FC236}">
                  <a16:creationId xmlns:a16="http://schemas.microsoft.com/office/drawing/2014/main" id="{20627965-5ADC-461B-97CC-804B341949D6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40" name="Google Shape;2395;p68">
              <a:extLst>
                <a:ext uri="{FF2B5EF4-FFF2-40B4-BE49-F238E27FC236}">
                  <a16:creationId xmlns:a16="http://schemas.microsoft.com/office/drawing/2014/main" id="{017C4AAE-9DF3-4771-B4BF-E087497F74E6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41" name="Google Shape;2396;p68">
              <a:extLst>
                <a:ext uri="{FF2B5EF4-FFF2-40B4-BE49-F238E27FC236}">
                  <a16:creationId xmlns:a16="http://schemas.microsoft.com/office/drawing/2014/main" id="{9368F1F6-B181-4FB8-980A-D394D04C306F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42" name="Google Shape;2397;p68">
              <a:extLst>
                <a:ext uri="{FF2B5EF4-FFF2-40B4-BE49-F238E27FC236}">
                  <a16:creationId xmlns:a16="http://schemas.microsoft.com/office/drawing/2014/main" id="{9A7D0895-4E5C-489D-A260-B1F2AC36CB5C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43" name="Google Shape;2398;p68">
              <a:extLst>
                <a:ext uri="{FF2B5EF4-FFF2-40B4-BE49-F238E27FC236}">
                  <a16:creationId xmlns:a16="http://schemas.microsoft.com/office/drawing/2014/main" id="{E4BAB0B1-034C-4BF1-8B5A-498CF62C099B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44" name="Google Shape;2399;p68">
              <a:extLst>
                <a:ext uri="{FF2B5EF4-FFF2-40B4-BE49-F238E27FC236}">
                  <a16:creationId xmlns:a16="http://schemas.microsoft.com/office/drawing/2014/main" id="{2278E553-132C-4A62-811E-80E6CD266735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45" name="Google Shape;2400;p68">
              <a:extLst>
                <a:ext uri="{FF2B5EF4-FFF2-40B4-BE49-F238E27FC236}">
                  <a16:creationId xmlns:a16="http://schemas.microsoft.com/office/drawing/2014/main" id="{AF569168-EE37-4AF9-B54C-80812863FC54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46" name="Google Shape;2401;p68">
              <a:extLst>
                <a:ext uri="{FF2B5EF4-FFF2-40B4-BE49-F238E27FC236}">
                  <a16:creationId xmlns:a16="http://schemas.microsoft.com/office/drawing/2014/main" id="{537263DD-27E0-495E-A205-A1D608FBE750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47" name="Google Shape;2402;p68">
              <a:extLst>
                <a:ext uri="{FF2B5EF4-FFF2-40B4-BE49-F238E27FC236}">
                  <a16:creationId xmlns:a16="http://schemas.microsoft.com/office/drawing/2014/main" id="{ECD253B5-D431-4DFD-9161-1AF1273A2405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48" name="Google Shape;2403;p68">
              <a:extLst>
                <a:ext uri="{FF2B5EF4-FFF2-40B4-BE49-F238E27FC236}">
                  <a16:creationId xmlns:a16="http://schemas.microsoft.com/office/drawing/2014/main" id="{9E56D1F2-8C0C-4586-9354-B31F07388566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49" name="Google Shape;2404;p68">
              <a:extLst>
                <a:ext uri="{FF2B5EF4-FFF2-40B4-BE49-F238E27FC236}">
                  <a16:creationId xmlns:a16="http://schemas.microsoft.com/office/drawing/2014/main" id="{FC582F84-2908-4E11-B262-2FA4E0F71475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50" name="Google Shape;2405;p68">
              <a:extLst>
                <a:ext uri="{FF2B5EF4-FFF2-40B4-BE49-F238E27FC236}">
                  <a16:creationId xmlns:a16="http://schemas.microsoft.com/office/drawing/2014/main" id="{6AC91821-CB20-49B5-AF25-FD26719CFBFB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51" name="Google Shape;2406;p68">
              <a:extLst>
                <a:ext uri="{FF2B5EF4-FFF2-40B4-BE49-F238E27FC236}">
                  <a16:creationId xmlns:a16="http://schemas.microsoft.com/office/drawing/2014/main" id="{CCFF870E-A30E-4C51-B3A9-43AEC436FA3E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52" name="Google Shape;2407;p68">
              <a:extLst>
                <a:ext uri="{FF2B5EF4-FFF2-40B4-BE49-F238E27FC236}">
                  <a16:creationId xmlns:a16="http://schemas.microsoft.com/office/drawing/2014/main" id="{BF49D82A-661E-4102-B2AF-9A0892CC25D0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53" name="Google Shape;2408;p68">
              <a:extLst>
                <a:ext uri="{FF2B5EF4-FFF2-40B4-BE49-F238E27FC236}">
                  <a16:creationId xmlns:a16="http://schemas.microsoft.com/office/drawing/2014/main" id="{0CE72DF2-C133-470B-83AC-7F0533434925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54" name="Google Shape;2409;p68">
              <a:extLst>
                <a:ext uri="{FF2B5EF4-FFF2-40B4-BE49-F238E27FC236}">
                  <a16:creationId xmlns:a16="http://schemas.microsoft.com/office/drawing/2014/main" id="{89C67987-F34E-40C0-A82A-54237DC456A0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55" name="Google Shape;2410;p68">
              <a:extLst>
                <a:ext uri="{FF2B5EF4-FFF2-40B4-BE49-F238E27FC236}">
                  <a16:creationId xmlns:a16="http://schemas.microsoft.com/office/drawing/2014/main" id="{9F5A3A90-6BD9-4A4F-ACE6-5E61CE7C8B58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56" name="Google Shape;2411;p68">
              <a:extLst>
                <a:ext uri="{FF2B5EF4-FFF2-40B4-BE49-F238E27FC236}">
                  <a16:creationId xmlns:a16="http://schemas.microsoft.com/office/drawing/2014/main" id="{A50724D9-2F2E-4DC0-896D-6F4EFC89E9E2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57" name="Google Shape;2412;p68">
              <a:extLst>
                <a:ext uri="{FF2B5EF4-FFF2-40B4-BE49-F238E27FC236}">
                  <a16:creationId xmlns:a16="http://schemas.microsoft.com/office/drawing/2014/main" id="{6C453082-D07E-4EA5-B331-D27BDF2E0ED5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58" name="Google Shape;2413;p68">
              <a:extLst>
                <a:ext uri="{FF2B5EF4-FFF2-40B4-BE49-F238E27FC236}">
                  <a16:creationId xmlns:a16="http://schemas.microsoft.com/office/drawing/2014/main" id="{9BEFED67-AF0C-4B88-8D79-A664352A648C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59" name="Google Shape;2414;p68">
              <a:extLst>
                <a:ext uri="{FF2B5EF4-FFF2-40B4-BE49-F238E27FC236}">
                  <a16:creationId xmlns:a16="http://schemas.microsoft.com/office/drawing/2014/main" id="{8CBC8EC5-E2B0-4EE4-A067-CDDAA68AFDEB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60" name="Google Shape;2415;p68">
              <a:extLst>
                <a:ext uri="{FF2B5EF4-FFF2-40B4-BE49-F238E27FC236}">
                  <a16:creationId xmlns:a16="http://schemas.microsoft.com/office/drawing/2014/main" id="{54F60AC9-1436-4621-97AF-0D571C430510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61" name="Google Shape;2416;p68">
              <a:extLst>
                <a:ext uri="{FF2B5EF4-FFF2-40B4-BE49-F238E27FC236}">
                  <a16:creationId xmlns:a16="http://schemas.microsoft.com/office/drawing/2014/main" id="{F8E3DAC7-B3EB-4A34-AF4D-0511545D847C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62" name="Google Shape;2417;p68">
              <a:extLst>
                <a:ext uri="{FF2B5EF4-FFF2-40B4-BE49-F238E27FC236}">
                  <a16:creationId xmlns:a16="http://schemas.microsoft.com/office/drawing/2014/main" id="{B44CE330-CE6D-49E4-8A17-77BD210E2E4A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63" name="Google Shape;2418;p68">
              <a:extLst>
                <a:ext uri="{FF2B5EF4-FFF2-40B4-BE49-F238E27FC236}">
                  <a16:creationId xmlns:a16="http://schemas.microsoft.com/office/drawing/2014/main" id="{3F7C8C13-A32C-410E-9D37-E56EC64540BF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64" name="Google Shape;2419;p68">
              <a:extLst>
                <a:ext uri="{FF2B5EF4-FFF2-40B4-BE49-F238E27FC236}">
                  <a16:creationId xmlns:a16="http://schemas.microsoft.com/office/drawing/2014/main" id="{B7A14195-2E73-4B5B-812E-148D6B19AE8B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65" name="Google Shape;2420;p68">
              <a:extLst>
                <a:ext uri="{FF2B5EF4-FFF2-40B4-BE49-F238E27FC236}">
                  <a16:creationId xmlns:a16="http://schemas.microsoft.com/office/drawing/2014/main" id="{D4202300-7B32-4767-8E36-AFCE59E99C38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66" name="Google Shape;2421;p68">
              <a:extLst>
                <a:ext uri="{FF2B5EF4-FFF2-40B4-BE49-F238E27FC236}">
                  <a16:creationId xmlns:a16="http://schemas.microsoft.com/office/drawing/2014/main" id="{F7771537-7318-450F-B7F1-7A96376312F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67" name="Google Shape;2422;p68">
              <a:extLst>
                <a:ext uri="{FF2B5EF4-FFF2-40B4-BE49-F238E27FC236}">
                  <a16:creationId xmlns:a16="http://schemas.microsoft.com/office/drawing/2014/main" id="{6535C4BF-BB29-419A-96D1-01CC0D91727F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68" name="Google Shape;2423;p68">
              <a:extLst>
                <a:ext uri="{FF2B5EF4-FFF2-40B4-BE49-F238E27FC236}">
                  <a16:creationId xmlns:a16="http://schemas.microsoft.com/office/drawing/2014/main" id="{4425FCBC-C1AF-41D8-A676-575AEABBF9C9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69" name="Google Shape;2424;p68">
              <a:extLst>
                <a:ext uri="{FF2B5EF4-FFF2-40B4-BE49-F238E27FC236}">
                  <a16:creationId xmlns:a16="http://schemas.microsoft.com/office/drawing/2014/main" id="{0665FBDA-44E6-4AA4-B7D6-E3F603710E68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70" name="Google Shape;2425;p68">
              <a:extLst>
                <a:ext uri="{FF2B5EF4-FFF2-40B4-BE49-F238E27FC236}">
                  <a16:creationId xmlns:a16="http://schemas.microsoft.com/office/drawing/2014/main" id="{28D2CB43-C148-4499-A57E-7133763F49D5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71" name="Google Shape;2426;p68">
              <a:extLst>
                <a:ext uri="{FF2B5EF4-FFF2-40B4-BE49-F238E27FC236}">
                  <a16:creationId xmlns:a16="http://schemas.microsoft.com/office/drawing/2014/main" id="{9AD6624F-23F5-413A-856F-6BE9C8CBF544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72" name="Google Shape;2427;p68">
              <a:extLst>
                <a:ext uri="{FF2B5EF4-FFF2-40B4-BE49-F238E27FC236}">
                  <a16:creationId xmlns:a16="http://schemas.microsoft.com/office/drawing/2014/main" id="{5C2B5084-2808-4395-ACFA-7E7E7A191092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73" name="Google Shape;2428;p68">
              <a:extLst>
                <a:ext uri="{FF2B5EF4-FFF2-40B4-BE49-F238E27FC236}">
                  <a16:creationId xmlns:a16="http://schemas.microsoft.com/office/drawing/2014/main" id="{97A207A9-FFB8-4A4A-9E95-9D2230C38CE3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74" name="Google Shape;2429;p68">
              <a:extLst>
                <a:ext uri="{FF2B5EF4-FFF2-40B4-BE49-F238E27FC236}">
                  <a16:creationId xmlns:a16="http://schemas.microsoft.com/office/drawing/2014/main" id="{3F53C24B-CE5C-482D-BADE-2BF4CC3EBB91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75" name="Google Shape;2430;p68">
              <a:extLst>
                <a:ext uri="{FF2B5EF4-FFF2-40B4-BE49-F238E27FC236}">
                  <a16:creationId xmlns:a16="http://schemas.microsoft.com/office/drawing/2014/main" id="{703C97E6-A0AD-49EB-9C0D-5CCDF07F6707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76" name="Google Shape;2431;p68">
              <a:extLst>
                <a:ext uri="{FF2B5EF4-FFF2-40B4-BE49-F238E27FC236}">
                  <a16:creationId xmlns:a16="http://schemas.microsoft.com/office/drawing/2014/main" id="{A6E9E33A-F94E-479B-AE4E-F7FB03FCB2E9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77" name="Google Shape;2432;p68">
              <a:extLst>
                <a:ext uri="{FF2B5EF4-FFF2-40B4-BE49-F238E27FC236}">
                  <a16:creationId xmlns:a16="http://schemas.microsoft.com/office/drawing/2014/main" id="{13F78905-8BA4-4A4A-A8C6-6DB93092F31F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78" name="Google Shape;2433;p68">
              <a:extLst>
                <a:ext uri="{FF2B5EF4-FFF2-40B4-BE49-F238E27FC236}">
                  <a16:creationId xmlns:a16="http://schemas.microsoft.com/office/drawing/2014/main" id="{503C83B6-7344-4FD6-922E-18FCB84A165F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79" name="Google Shape;2434;p68">
              <a:extLst>
                <a:ext uri="{FF2B5EF4-FFF2-40B4-BE49-F238E27FC236}">
                  <a16:creationId xmlns:a16="http://schemas.microsoft.com/office/drawing/2014/main" id="{6C89EC24-CD9A-4E67-8EE7-B96800A86A9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80" name="Google Shape;2435;p68">
              <a:extLst>
                <a:ext uri="{FF2B5EF4-FFF2-40B4-BE49-F238E27FC236}">
                  <a16:creationId xmlns:a16="http://schemas.microsoft.com/office/drawing/2014/main" id="{A2C6CDCB-30F3-4A64-A8E7-FE7FEA7BF35B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81" name="Google Shape;2436;p68">
              <a:extLst>
                <a:ext uri="{FF2B5EF4-FFF2-40B4-BE49-F238E27FC236}">
                  <a16:creationId xmlns:a16="http://schemas.microsoft.com/office/drawing/2014/main" id="{D9AE94F4-ED85-4B17-9974-59A683FE4DF6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82" name="Google Shape;2437;p68">
              <a:extLst>
                <a:ext uri="{FF2B5EF4-FFF2-40B4-BE49-F238E27FC236}">
                  <a16:creationId xmlns:a16="http://schemas.microsoft.com/office/drawing/2014/main" id="{4EA3A9C1-2E9C-4940-BAF5-D396411C16C1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83" name="Google Shape;2438;p68">
              <a:extLst>
                <a:ext uri="{FF2B5EF4-FFF2-40B4-BE49-F238E27FC236}">
                  <a16:creationId xmlns:a16="http://schemas.microsoft.com/office/drawing/2014/main" id="{B3AF4D32-D14A-4B9A-91DA-72C03D859826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84" name="Google Shape;2439;p68">
              <a:extLst>
                <a:ext uri="{FF2B5EF4-FFF2-40B4-BE49-F238E27FC236}">
                  <a16:creationId xmlns:a16="http://schemas.microsoft.com/office/drawing/2014/main" id="{69B36722-1C3C-4EC9-B37A-54A77F59D2F6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85" name="Google Shape;2440;p68">
              <a:extLst>
                <a:ext uri="{FF2B5EF4-FFF2-40B4-BE49-F238E27FC236}">
                  <a16:creationId xmlns:a16="http://schemas.microsoft.com/office/drawing/2014/main" id="{85056B3F-5777-49B0-AE9F-80E77F96BCED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86" name="Google Shape;2441;p68">
              <a:extLst>
                <a:ext uri="{FF2B5EF4-FFF2-40B4-BE49-F238E27FC236}">
                  <a16:creationId xmlns:a16="http://schemas.microsoft.com/office/drawing/2014/main" id="{2EBF33CD-6395-438A-A3E1-04B1E40CC572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87" name="Google Shape;2442;p68">
              <a:extLst>
                <a:ext uri="{FF2B5EF4-FFF2-40B4-BE49-F238E27FC236}">
                  <a16:creationId xmlns:a16="http://schemas.microsoft.com/office/drawing/2014/main" id="{D957E913-670D-4C54-AB42-E635F8BAE2E0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88" name="Google Shape;2443;p68">
              <a:extLst>
                <a:ext uri="{FF2B5EF4-FFF2-40B4-BE49-F238E27FC236}">
                  <a16:creationId xmlns:a16="http://schemas.microsoft.com/office/drawing/2014/main" id="{77CFE5D3-74A5-4286-BAC7-B93B5B44CD3D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89" name="Google Shape;2444;p68">
              <a:extLst>
                <a:ext uri="{FF2B5EF4-FFF2-40B4-BE49-F238E27FC236}">
                  <a16:creationId xmlns:a16="http://schemas.microsoft.com/office/drawing/2014/main" id="{B6C246E2-060C-4606-9E80-50B4812563D9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90" name="Google Shape;2445;p68">
              <a:extLst>
                <a:ext uri="{FF2B5EF4-FFF2-40B4-BE49-F238E27FC236}">
                  <a16:creationId xmlns:a16="http://schemas.microsoft.com/office/drawing/2014/main" id="{D614711D-3FF3-4D17-BA2D-38111B72EF7C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91" name="Google Shape;2446;p68">
              <a:extLst>
                <a:ext uri="{FF2B5EF4-FFF2-40B4-BE49-F238E27FC236}">
                  <a16:creationId xmlns:a16="http://schemas.microsoft.com/office/drawing/2014/main" id="{977D1069-90DB-49C3-9F53-47F267642801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92" name="Google Shape;2447;p68">
              <a:extLst>
                <a:ext uri="{FF2B5EF4-FFF2-40B4-BE49-F238E27FC236}">
                  <a16:creationId xmlns:a16="http://schemas.microsoft.com/office/drawing/2014/main" id="{20DDFED0-2C6D-4F48-A24C-6E4898E21C5F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93" name="Google Shape;2448;p68">
              <a:extLst>
                <a:ext uri="{FF2B5EF4-FFF2-40B4-BE49-F238E27FC236}">
                  <a16:creationId xmlns:a16="http://schemas.microsoft.com/office/drawing/2014/main" id="{0EAAC9F6-FDD6-4CF7-95CC-A42B912C8A3D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94" name="Google Shape;2449;p68">
              <a:extLst>
                <a:ext uri="{FF2B5EF4-FFF2-40B4-BE49-F238E27FC236}">
                  <a16:creationId xmlns:a16="http://schemas.microsoft.com/office/drawing/2014/main" id="{84376BDA-DA86-4F30-9273-4F3953785DCF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95" name="Google Shape;2450;p68">
              <a:extLst>
                <a:ext uri="{FF2B5EF4-FFF2-40B4-BE49-F238E27FC236}">
                  <a16:creationId xmlns:a16="http://schemas.microsoft.com/office/drawing/2014/main" id="{DFF49036-B83A-4634-940A-5462BD8AA03D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96" name="Google Shape;2451;p68">
              <a:extLst>
                <a:ext uri="{FF2B5EF4-FFF2-40B4-BE49-F238E27FC236}">
                  <a16:creationId xmlns:a16="http://schemas.microsoft.com/office/drawing/2014/main" id="{35A186AA-1E2F-4ADD-874A-1AC67E39F3EB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97" name="Google Shape;2452;p68">
              <a:extLst>
                <a:ext uri="{FF2B5EF4-FFF2-40B4-BE49-F238E27FC236}">
                  <a16:creationId xmlns:a16="http://schemas.microsoft.com/office/drawing/2014/main" id="{F435F789-29AE-4720-BAF4-2BB8D673891D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98" name="Google Shape;2453;p68">
              <a:extLst>
                <a:ext uri="{FF2B5EF4-FFF2-40B4-BE49-F238E27FC236}">
                  <a16:creationId xmlns:a16="http://schemas.microsoft.com/office/drawing/2014/main" id="{58DD0A3E-7759-42F2-A9B3-0FDA5D3B3A1F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899" name="Google Shape;2454;p68">
              <a:extLst>
                <a:ext uri="{FF2B5EF4-FFF2-40B4-BE49-F238E27FC236}">
                  <a16:creationId xmlns:a16="http://schemas.microsoft.com/office/drawing/2014/main" id="{BCB727D3-E01C-476D-85BD-E1FEEFF3F647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00" name="Google Shape;2455;p68">
              <a:extLst>
                <a:ext uri="{FF2B5EF4-FFF2-40B4-BE49-F238E27FC236}">
                  <a16:creationId xmlns:a16="http://schemas.microsoft.com/office/drawing/2014/main" id="{55602D52-F7AD-4106-8387-D3836C1A0175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01" name="Google Shape;2456;p68">
              <a:extLst>
                <a:ext uri="{FF2B5EF4-FFF2-40B4-BE49-F238E27FC236}">
                  <a16:creationId xmlns:a16="http://schemas.microsoft.com/office/drawing/2014/main" id="{B92F59FC-2854-47F3-8DE0-58F4C3D66AB0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02" name="Google Shape;2457;p68">
              <a:extLst>
                <a:ext uri="{FF2B5EF4-FFF2-40B4-BE49-F238E27FC236}">
                  <a16:creationId xmlns:a16="http://schemas.microsoft.com/office/drawing/2014/main" id="{651759B3-C2DA-46AE-832D-C891BA953002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03" name="Google Shape;2458;p68">
              <a:extLst>
                <a:ext uri="{FF2B5EF4-FFF2-40B4-BE49-F238E27FC236}">
                  <a16:creationId xmlns:a16="http://schemas.microsoft.com/office/drawing/2014/main" id="{48D9655C-B6A0-48EB-BC26-9A3AEBE4AF8D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04" name="Google Shape;2459;p68">
              <a:extLst>
                <a:ext uri="{FF2B5EF4-FFF2-40B4-BE49-F238E27FC236}">
                  <a16:creationId xmlns:a16="http://schemas.microsoft.com/office/drawing/2014/main" id="{FE18EE8D-065E-4856-8CD0-C0C8163200B2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05" name="Google Shape;2460;p68">
              <a:extLst>
                <a:ext uri="{FF2B5EF4-FFF2-40B4-BE49-F238E27FC236}">
                  <a16:creationId xmlns:a16="http://schemas.microsoft.com/office/drawing/2014/main" id="{621CEF89-F3D5-46F2-9550-CD047E6FCD62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06" name="Google Shape;2461;p68">
              <a:extLst>
                <a:ext uri="{FF2B5EF4-FFF2-40B4-BE49-F238E27FC236}">
                  <a16:creationId xmlns:a16="http://schemas.microsoft.com/office/drawing/2014/main" id="{5E480068-17A6-4F3F-BE76-961A701CC34A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07" name="Google Shape;2462;p68">
              <a:extLst>
                <a:ext uri="{FF2B5EF4-FFF2-40B4-BE49-F238E27FC236}">
                  <a16:creationId xmlns:a16="http://schemas.microsoft.com/office/drawing/2014/main" id="{7FC1AB85-E333-4813-8F1B-7BCC26B5ABFB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08" name="Google Shape;2463;p68">
              <a:extLst>
                <a:ext uri="{FF2B5EF4-FFF2-40B4-BE49-F238E27FC236}">
                  <a16:creationId xmlns:a16="http://schemas.microsoft.com/office/drawing/2014/main" id="{B4F3564F-2A5A-4740-A318-3E9466934B45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09" name="Google Shape;2464;p68">
              <a:extLst>
                <a:ext uri="{FF2B5EF4-FFF2-40B4-BE49-F238E27FC236}">
                  <a16:creationId xmlns:a16="http://schemas.microsoft.com/office/drawing/2014/main" id="{0FA597F5-17A1-4623-ADC5-46F24582E695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10" name="Google Shape;2465;p68">
              <a:extLst>
                <a:ext uri="{FF2B5EF4-FFF2-40B4-BE49-F238E27FC236}">
                  <a16:creationId xmlns:a16="http://schemas.microsoft.com/office/drawing/2014/main" id="{3ACCDE80-E340-4827-88B3-B5C66E619CC6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11" name="Google Shape;2466;p68">
              <a:extLst>
                <a:ext uri="{FF2B5EF4-FFF2-40B4-BE49-F238E27FC236}">
                  <a16:creationId xmlns:a16="http://schemas.microsoft.com/office/drawing/2014/main" id="{F958A25C-0BB0-407A-B01F-D6497CA20BD7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12" name="Google Shape;2467;p68">
              <a:extLst>
                <a:ext uri="{FF2B5EF4-FFF2-40B4-BE49-F238E27FC236}">
                  <a16:creationId xmlns:a16="http://schemas.microsoft.com/office/drawing/2014/main" id="{E6180E3C-ADC3-491E-A481-AF57CE6654C6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13" name="Google Shape;2468;p68">
              <a:extLst>
                <a:ext uri="{FF2B5EF4-FFF2-40B4-BE49-F238E27FC236}">
                  <a16:creationId xmlns:a16="http://schemas.microsoft.com/office/drawing/2014/main" id="{DA662BC9-9605-4983-9160-2FCC36DC9708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14" name="Google Shape;2469;p68">
              <a:extLst>
                <a:ext uri="{FF2B5EF4-FFF2-40B4-BE49-F238E27FC236}">
                  <a16:creationId xmlns:a16="http://schemas.microsoft.com/office/drawing/2014/main" id="{F629784D-6B27-4D2B-9CCD-9CBF3C1530AF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15" name="Google Shape;2470;p68">
              <a:extLst>
                <a:ext uri="{FF2B5EF4-FFF2-40B4-BE49-F238E27FC236}">
                  <a16:creationId xmlns:a16="http://schemas.microsoft.com/office/drawing/2014/main" id="{E8CA85C8-1A16-400F-9139-83DD341D050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16" name="Google Shape;2471;p68">
              <a:extLst>
                <a:ext uri="{FF2B5EF4-FFF2-40B4-BE49-F238E27FC236}">
                  <a16:creationId xmlns:a16="http://schemas.microsoft.com/office/drawing/2014/main" id="{71B68DFC-447F-4D91-B420-0F9BCCA94D67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17" name="Google Shape;2472;p68">
              <a:extLst>
                <a:ext uri="{FF2B5EF4-FFF2-40B4-BE49-F238E27FC236}">
                  <a16:creationId xmlns:a16="http://schemas.microsoft.com/office/drawing/2014/main" id="{6D4D6977-2EC1-41FE-AFFE-004BA3A375BB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18" name="Google Shape;2473;p68">
              <a:extLst>
                <a:ext uri="{FF2B5EF4-FFF2-40B4-BE49-F238E27FC236}">
                  <a16:creationId xmlns:a16="http://schemas.microsoft.com/office/drawing/2014/main" id="{431EF456-DFA1-4CBC-9819-59274578BC90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19" name="Google Shape;2474;p68">
              <a:extLst>
                <a:ext uri="{FF2B5EF4-FFF2-40B4-BE49-F238E27FC236}">
                  <a16:creationId xmlns:a16="http://schemas.microsoft.com/office/drawing/2014/main" id="{AE3C8B40-C04E-46B6-B5CA-856E22F13948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20" name="Google Shape;2475;p68">
              <a:extLst>
                <a:ext uri="{FF2B5EF4-FFF2-40B4-BE49-F238E27FC236}">
                  <a16:creationId xmlns:a16="http://schemas.microsoft.com/office/drawing/2014/main" id="{96E8F4F7-8876-42E2-8A7D-BD2F115CE0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21" name="Google Shape;2476;p68">
              <a:extLst>
                <a:ext uri="{FF2B5EF4-FFF2-40B4-BE49-F238E27FC236}">
                  <a16:creationId xmlns:a16="http://schemas.microsoft.com/office/drawing/2014/main" id="{7B3E7078-D1BB-490A-BE6D-14AA4DC46421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22" name="Google Shape;2477;p68">
              <a:extLst>
                <a:ext uri="{FF2B5EF4-FFF2-40B4-BE49-F238E27FC236}">
                  <a16:creationId xmlns:a16="http://schemas.microsoft.com/office/drawing/2014/main" id="{4857DB52-24F5-419A-A500-89C7C2445D04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23" name="Google Shape;2478;p68">
              <a:extLst>
                <a:ext uri="{FF2B5EF4-FFF2-40B4-BE49-F238E27FC236}">
                  <a16:creationId xmlns:a16="http://schemas.microsoft.com/office/drawing/2014/main" id="{CFF1EDC1-FE56-438C-8F60-F8E0BE7D4952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24" name="Google Shape;2479;p68">
              <a:extLst>
                <a:ext uri="{FF2B5EF4-FFF2-40B4-BE49-F238E27FC236}">
                  <a16:creationId xmlns:a16="http://schemas.microsoft.com/office/drawing/2014/main" id="{5507F295-BCF3-4FE6-B55A-69AD5F016FF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25" name="Google Shape;2480;p68">
              <a:extLst>
                <a:ext uri="{FF2B5EF4-FFF2-40B4-BE49-F238E27FC236}">
                  <a16:creationId xmlns:a16="http://schemas.microsoft.com/office/drawing/2014/main" id="{86024D1B-53BB-4756-BC74-6E571A33F16F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26" name="Google Shape;2481;p68">
              <a:extLst>
                <a:ext uri="{FF2B5EF4-FFF2-40B4-BE49-F238E27FC236}">
                  <a16:creationId xmlns:a16="http://schemas.microsoft.com/office/drawing/2014/main" id="{05602D69-3C22-4ACF-A667-B195FCF72485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27" name="Google Shape;2482;p68">
              <a:extLst>
                <a:ext uri="{FF2B5EF4-FFF2-40B4-BE49-F238E27FC236}">
                  <a16:creationId xmlns:a16="http://schemas.microsoft.com/office/drawing/2014/main" id="{197C399B-4562-412B-BEB0-59F5F38DF3A2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28" name="Google Shape;2483;p68">
              <a:extLst>
                <a:ext uri="{FF2B5EF4-FFF2-40B4-BE49-F238E27FC236}">
                  <a16:creationId xmlns:a16="http://schemas.microsoft.com/office/drawing/2014/main" id="{9B2B812D-F01D-4D3D-BADF-43B189788033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29" name="Google Shape;2484;p68">
              <a:extLst>
                <a:ext uri="{FF2B5EF4-FFF2-40B4-BE49-F238E27FC236}">
                  <a16:creationId xmlns:a16="http://schemas.microsoft.com/office/drawing/2014/main" id="{C56866D0-21BD-458B-BF0C-1C14C07805FD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30" name="Google Shape;2485;p68">
              <a:extLst>
                <a:ext uri="{FF2B5EF4-FFF2-40B4-BE49-F238E27FC236}">
                  <a16:creationId xmlns:a16="http://schemas.microsoft.com/office/drawing/2014/main" id="{515BFB71-26C5-488C-B4AF-08FAC3D3E986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31" name="Google Shape;2486;p68">
              <a:extLst>
                <a:ext uri="{FF2B5EF4-FFF2-40B4-BE49-F238E27FC236}">
                  <a16:creationId xmlns:a16="http://schemas.microsoft.com/office/drawing/2014/main" id="{839A5DD9-53A6-4D98-9311-F1260FAFB738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32" name="Google Shape;2487;p68">
              <a:extLst>
                <a:ext uri="{FF2B5EF4-FFF2-40B4-BE49-F238E27FC236}">
                  <a16:creationId xmlns:a16="http://schemas.microsoft.com/office/drawing/2014/main" id="{7B55706C-C1A7-4A3A-97A7-CB7D90CA01F2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33" name="Google Shape;2488;p68">
              <a:extLst>
                <a:ext uri="{FF2B5EF4-FFF2-40B4-BE49-F238E27FC236}">
                  <a16:creationId xmlns:a16="http://schemas.microsoft.com/office/drawing/2014/main" id="{7F276574-82B0-4E49-A47E-A7971F0EAB82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34" name="Google Shape;2489;p68">
              <a:extLst>
                <a:ext uri="{FF2B5EF4-FFF2-40B4-BE49-F238E27FC236}">
                  <a16:creationId xmlns:a16="http://schemas.microsoft.com/office/drawing/2014/main" id="{AFD8762D-EEA3-4103-95E8-2D199AE8FE28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35" name="Google Shape;2490;p68">
              <a:extLst>
                <a:ext uri="{FF2B5EF4-FFF2-40B4-BE49-F238E27FC236}">
                  <a16:creationId xmlns:a16="http://schemas.microsoft.com/office/drawing/2014/main" id="{B12E7F15-C82C-4E3A-9012-B5456999F6C4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36" name="Google Shape;2491;p68">
              <a:extLst>
                <a:ext uri="{FF2B5EF4-FFF2-40B4-BE49-F238E27FC236}">
                  <a16:creationId xmlns:a16="http://schemas.microsoft.com/office/drawing/2014/main" id="{EA2BF6C4-62D2-4036-892C-81BF9E29B2BF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37" name="Google Shape;2492;p68">
              <a:extLst>
                <a:ext uri="{FF2B5EF4-FFF2-40B4-BE49-F238E27FC236}">
                  <a16:creationId xmlns:a16="http://schemas.microsoft.com/office/drawing/2014/main" id="{AECC0018-DF33-4FFE-9101-CEEB80F7C4EB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38" name="Google Shape;2493;p68">
              <a:extLst>
                <a:ext uri="{FF2B5EF4-FFF2-40B4-BE49-F238E27FC236}">
                  <a16:creationId xmlns:a16="http://schemas.microsoft.com/office/drawing/2014/main" id="{A2F3B20A-6164-4535-B493-53D09F9B043C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39" name="Google Shape;2494;p68">
              <a:extLst>
                <a:ext uri="{FF2B5EF4-FFF2-40B4-BE49-F238E27FC236}">
                  <a16:creationId xmlns:a16="http://schemas.microsoft.com/office/drawing/2014/main" id="{80618D7F-967E-419C-AE39-152BDE136061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40" name="Google Shape;2495;p68">
              <a:extLst>
                <a:ext uri="{FF2B5EF4-FFF2-40B4-BE49-F238E27FC236}">
                  <a16:creationId xmlns:a16="http://schemas.microsoft.com/office/drawing/2014/main" id="{A3028915-0476-4934-AA48-4BCA7AB620D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41" name="Google Shape;2496;p68">
              <a:extLst>
                <a:ext uri="{FF2B5EF4-FFF2-40B4-BE49-F238E27FC236}">
                  <a16:creationId xmlns:a16="http://schemas.microsoft.com/office/drawing/2014/main" id="{77F41FDA-8057-4686-96E3-90F8276E99C2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42" name="Google Shape;2497;p68">
              <a:extLst>
                <a:ext uri="{FF2B5EF4-FFF2-40B4-BE49-F238E27FC236}">
                  <a16:creationId xmlns:a16="http://schemas.microsoft.com/office/drawing/2014/main" id="{475899CE-B27E-4CF7-99BD-9526E92FBE7F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43" name="Google Shape;2498;p68">
              <a:extLst>
                <a:ext uri="{FF2B5EF4-FFF2-40B4-BE49-F238E27FC236}">
                  <a16:creationId xmlns:a16="http://schemas.microsoft.com/office/drawing/2014/main" id="{A71C7DD2-0F3D-4882-8358-31CA97845F7B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44" name="Google Shape;2499;p68">
              <a:extLst>
                <a:ext uri="{FF2B5EF4-FFF2-40B4-BE49-F238E27FC236}">
                  <a16:creationId xmlns:a16="http://schemas.microsoft.com/office/drawing/2014/main" id="{9A644DC7-4A62-4058-B7AE-96D497C9588C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45" name="Google Shape;2500;p68">
              <a:extLst>
                <a:ext uri="{FF2B5EF4-FFF2-40B4-BE49-F238E27FC236}">
                  <a16:creationId xmlns:a16="http://schemas.microsoft.com/office/drawing/2014/main" id="{12BA0D0E-041F-43AF-86C9-20376D59EA22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46" name="Google Shape;2501;p68">
              <a:extLst>
                <a:ext uri="{FF2B5EF4-FFF2-40B4-BE49-F238E27FC236}">
                  <a16:creationId xmlns:a16="http://schemas.microsoft.com/office/drawing/2014/main" id="{30FC2BA6-C11D-4C3D-A3F1-E12FA0F4C6D2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47" name="Google Shape;2502;p68">
              <a:extLst>
                <a:ext uri="{FF2B5EF4-FFF2-40B4-BE49-F238E27FC236}">
                  <a16:creationId xmlns:a16="http://schemas.microsoft.com/office/drawing/2014/main" id="{37250555-3CD1-484A-B3D7-0B1489B79DD1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48" name="Google Shape;2503;p68">
              <a:extLst>
                <a:ext uri="{FF2B5EF4-FFF2-40B4-BE49-F238E27FC236}">
                  <a16:creationId xmlns:a16="http://schemas.microsoft.com/office/drawing/2014/main" id="{2A017B23-F587-467F-8813-9D405B8F105D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49" name="Google Shape;2504;p68">
              <a:extLst>
                <a:ext uri="{FF2B5EF4-FFF2-40B4-BE49-F238E27FC236}">
                  <a16:creationId xmlns:a16="http://schemas.microsoft.com/office/drawing/2014/main" id="{AA5885C8-ED22-4858-B491-211AC5135F34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50" name="Google Shape;2505;p68">
              <a:extLst>
                <a:ext uri="{FF2B5EF4-FFF2-40B4-BE49-F238E27FC236}">
                  <a16:creationId xmlns:a16="http://schemas.microsoft.com/office/drawing/2014/main" id="{D4C2BFAE-3EEB-4AB8-BB85-47FB846D5043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51" name="Google Shape;2506;p68">
              <a:extLst>
                <a:ext uri="{FF2B5EF4-FFF2-40B4-BE49-F238E27FC236}">
                  <a16:creationId xmlns:a16="http://schemas.microsoft.com/office/drawing/2014/main" id="{BE652EBD-CE13-4C9E-8D75-25C499E5DD0A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52" name="Google Shape;2507;p68">
              <a:extLst>
                <a:ext uri="{FF2B5EF4-FFF2-40B4-BE49-F238E27FC236}">
                  <a16:creationId xmlns:a16="http://schemas.microsoft.com/office/drawing/2014/main" id="{6576C368-2537-49E9-9529-02EE5C5D115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53" name="Google Shape;2508;p68">
              <a:extLst>
                <a:ext uri="{FF2B5EF4-FFF2-40B4-BE49-F238E27FC236}">
                  <a16:creationId xmlns:a16="http://schemas.microsoft.com/office/drawing/2014/main" id="{67C49908-4A3D-48EF-9999-C49F210FF271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54" name="Google Shape;2509;p68">
              <a:extLst>
                <a:ext uri="{FF2B5EF4-FFF2-40B4-BE49-F238E27FC236}">
                  <a16:creationId xmlns:a16="http://schemas.microsoft.com/office/drawing/2014/main" id="{09545F23-82C9-4BE6-AE90-7FD086F62AF0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55" name="Google Shape;2510;p68">
              <a:extLst>
                <a:ext uri="{FF2B5EF4-FFF2-40B4-BE49-F238E27FC236}">
                  <a16:creationId xmlns:a16="http://schemas.microsoft.com/office/drawing/2014/main" id="{69ABC781-C04F-40F4-8D14-D0F4FCA8C67C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56" name="Google Shape;2511;p68">
              <a:extLst>
                <a:ext uri="{FF2B5EF4-FFF2-40B4-BE49-F238E27FC236}">
                  <a16:creationId xmlns:a16="http://schemas.microsoft.com/office/drawing/2014/main" id="{9C8374AE-D674-4D2A-8C99-135D7F07F30C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57" name="Google Shape;2512;p68">
              <a:extLst>
                <a:ext uri="{FF2B5EF4-FFF2-40B4-BE49-F238E27FC236}">
                  <a16:creationId xmlns:a16="http://schemas.microsoft.com/office/drawing/2014/main" id="{59751956-2519-4781-8B2D-F1B1769A758C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58" name="Google Shape;2513;p68">
              <a:extLst>
                <a:ext uri="{FF2B5EF4-FFF2-40B4-BE49-F238E27FC236}">
                  <a16:creationId xmlns:a16="http://schemas.microsoft.com/office/drawing/2014/main" id="{429976F0-94B8-4F85-9D39-32D2DA743C2B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59" name="Google Shape;2514;p68">
              <a:extLst>
                <a:ext uri="{FF2B5EF4-FFF2-40B4-BE49-F238E27FC236}">
                  <a16:creationId xmlns:a16="http://schemas.microsoft.com/office/drawing/2014/main" id="{F10637DE-3CD5-4B72-AF77-9EB970AD3704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60" name="Google Shape;2515;p68">
              <a:extLst>
                <a:ext uri="{FF2B5EF4-FFF2-40B4-BE49-F238E27FC236}">
                  <a16:creationId xmlns:a16="http://schemas.microsoft.com/office/drawing/2014/main" id="{9B5AAA69-370D-4CE5-B74A-B0471E5C20FB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61" name="Google Shape;2516;p68">
              <a:extLst>
                <a:ext uri="{FF2B5EF4-FFF2-40B4-BE49-F238E27FC236}">
                  <a16:creationId xmlns:a16="http://schemas.microsoft.com/office/drawing/2014/main" id="{679B589F-0B94-4795-B6A6-F92F62740FB0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62" name="Google Shape;2517;p68">
              <a:extLst>
                <a:ext uri="{FF2B5EF4-FFF2-40B4-BE49-F238E27FC236}">
                  <a16:creationId xmlns:a16="http://schemas.microsoft.com/office/drawing/2014/main" id="{561B8C09-7B1C-4574-BC45-21068DF89B4B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63" name="Google Shape;2518;p68">
              <a:extLst>
                <a:ext uri="{FF2B5EF4-FFF2-40B4-BE49-F238E27FC236}">
                  <a16:creationId xmlns:a16="http://schemas.microsoft.com/office/drawing/2014/main" id="{A156CE2F-473D-4F56-A711-18219376E9AC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64" name="Google Shape;2519;p68">
              <a:extLst>
                <a:ext uri="{FF2B5EF4-FFF2-40B4-BE49-F238E27FC236}">
                  <a16:creationId xmlns:a16="http://schemas.microsoft.com/office/drawing/2014/main" id="{5F879885-0F2C-4A67-A0B5-F3302F8CD50A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65" name="Google Shape;2520;p68">
              <a:extLst>
                <a:ext uri="{FF2B5EF4-FFF2-40B4-BE49-F238E27FC236}">
                  <a16:creationId xmlns:a16="http://schemas.microsoft.com/office/drawing/2014/main" id="{0EE4D11D-2779-4FDF-93FB-AE16B7E7D1DD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66" name="Google Shape;2521;p68">
              <a:extLst>
                <a:ext uri="{FF2B5EF4-FFF2-40B4-BE49-F238E27FC236}">
                  <a16:creationId xmlns:a16="http://schemas.microsoft.com/office/drawing/2014/main" id="{707DE74A-3C7B-4607-AC41-EBDB074BE650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67" name="Google Shape;2522;p68">
              <a:extLst>
                <a:ext uri="{FF2B5EF4-FFF2-40B4-BE49-F238E27FC236}">
                  <a16:creationId xmlns:a16="http://schemas.microsoft.com/office/drawing/2014/main" id="{AB52F456-64F0-4B3D-83A7-140C26FBE6E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68" name="Google Shape;2523;p68">
              <a:extLst>
                <a:ext uri="{FF2B5EF4-FFF2-40B4-BE49-F238E27FC236}">
                  <a16:creationId xmlns:a16="http://schemas.microsoft.com/office/drawing/2014/main" id="{2CD65E8B-FC04-4950-8512-6A2CFC6EA087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69" name="Google Shape;2524;p68">
              <a:extLst>
                <a:ext uri="{FF2B5EF4-FFF2-40B4-BE49-F238E27FC236}">
                  <a16:creationId xmlns:a16="http://schemas.microsoft.com/office/drawing/2014/main" id="{2F2B9C98-AD9D-41BB-88EF-E5CC29D09704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70" name="Google Shape;2525;p68">
              <a:extLst>
                <a:ext uri="{FF2B5EF4-FFF2-40B4-BE49-F238E27FC236}">
                  <a16:creationId xmlns:a16="http://schemas.microsoft.com/office/drawing/2014/main" id="{8A654999-2061-4DE5-B4B5-88BC030B17CD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71" name="Google Shape;2526;p68">
              <a:extLst>
                <a:ext uri="{FF2B5EF4-FFF2-40B4-BE49-F238E27FC236}">
                  <a16:creationId xmlns:a16="http://schemas.microsoft.com/office/drawing/2014/main" id="{90CD89C5-F68C-4437-8C1B-642FCDECE464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72" name="Google Shape;2527;p68">
              <a:extLst>
                <a:ext uri="{FF2B5EF4-FFF2-40B4-BE49-F238E27FC236}">
                  <a16:creationId xmlns:a16="http://schemas.microsoft.com/office/drawing/2014/main" id="{C7775396-FA7F-4932-9AE9-8EE8CB35990F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73" name="Google Shape;2528;p68">
              <a:extLst>
                <a:ext uri="{FF2B5EF4-FFF2-40B4-BE49-F238E27FC236}">
                  <a16:creationId xmlns:a16="http://schemas.microsoft.com/office/drawing/2014/main" id="{E15327FB-D7A8-45AB-831B-1D749B3996D4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74" name="Google Shape;2529;p68">
              <a:extLst>
                <a:ext uri="{FF2B5EF4-FFF2-40B4-BE49-F238E27FC236}">
                  <a16:creationId xmlns:a16="http://schemas.microsoft.com/office/drawing/2014/main" id="{4E420F53-C44B-4D24-91A6-8B35E0F07D43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75" name="Google Shape;2530;p68">
              <a:extLst>
                <a:ext uri="{FF2B5EF4-FFF2-40B4-BE49-F238E27FC236}">
                  <a16:creationId xmlns:a16="http://schemas.microsoft.com/office/drawing/2014/main" id="{FD59D78C-291A-4203-9CCC-9A1F97B5E376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76" name="Google Shape;2531;p68">
              <a:extLst>
                <a:ext uri="{FF2B5EF4-FFF2-40B4-BE49-F238E27FC236}">
                  <a16:creationId xmlns:a16="http://schemas.microsoft.com/office/drawing/2014/main" id="{1B260CBE-F2B2-4262-969F-0854C654A804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77" name="Google Shape;2532;p68">
              <a:extLst>
                <a:ext uri="{FF2B5EF4-FFF2-40B4-BE49-F238E27FC236}">
                  <a16:creationId xmlns:a16="http://schemas.microsoft.com/office/drawing/2014/main" id="{85BC8AA1-17DD-4D08-A3E2-D5BE2E239BC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78" name="Google Shape;2533;p68">
              <a:extLst>
                <a:ext uri="{FF2B5EF4-FFF2-40B4-BE49-F238E27FC236}">
                  <a16:creationId xmlns:a16="http://schemas.microsoft.com/office/drawing/2014/main" id="{01DAAD40-52E0-4AE8-9615-DFA2EE019EC5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79" name="Google Shape;2534;p68">
              <a:extLst>
                <a:ext uri="{FF2B5EF4-FFF2-40B4-BE49-F238E27FC236}">
                  <a16:creationId xmlns:a16="http://schemas.microsoft.com/office/drawing/2014/main" id="{8212070B-1EC9-4853-ACA0-B45C68D584B0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80" name="Google Shape;2535;p68">
              <a:extLst>
                <a:ext uri="{FF2B5EF4-FFF2-40B4-BE49-F238E27FC236}">
                  <a16:creationId xmlns:a16="http://schemas.microsoft.com/office/drawing/2014/main" id="{D990236A-E723-4121-B14D-4CDD98490256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81" name="Google Shape;2536;p68">
              <a:extLst>
                <a:ext uri="{FF2B5EF4-FFF2-40B4-BE49-F238E27FC236}">
                  <a16:creationId xmlns:a16="http://schemas.microsoft.com/office/drawing/2014/main" id="{E78A6726-DE55-4F5F-B9C8-30513F2BD197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82" name="Google Shape;2537;p68">
              <a:extLst>
                <a:ext uri="{FF2B5EF4-FFF2-40B4-BE49-F238E27FC236}">
                  <a16:creationId xmlns:a16="http://schemas.microsoft.com/office/drawing/2014/main" id="{D23EBD1C-CE35-4794-BB13-6BDE7D203683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83" name="Google Shape;2538;p68">
              <a:extLst>
                <a:ext uri="{FF2B5EF4-FFF2-40B4-BE49-F238E27FC236}">
                  <a16:creationId xmlns:a16="http://schemas.microsoft.com/office/drawing/2014/main" id="{716F8935-9C2E-46ED-AFE1-914149B022D3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84" name="Google Shape;2539;p68">
              <a:extLst>
                <a:ext uri="{FF2B5EF4-FFF2-40B4-BE49-F238E27FC236}">
                  <a16:creationId xmlns:a16="http://schemas.microsoft.com/office/drawing/2014/main" id="{05E0D6DF-B0B8-472B-A977-8B3593D1099F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85" name="Google Shape;2540;p68">
              <a:extLst>
                <a:ext uri="{FF2B5EF4-FFF2-40B4-BE49-F238E27FC236}">
                  <a16:creationId xmlns:a16="http://schemas.microsoft.com/office/drawing/2014/main" id="{8EDD06B8-779C-47A3-9BB3-36B070A85A93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86" name="Google Shape;2541;p68">
              <a:extLst>
                <a:ext uri="{FF2B5EF4-FFF2-40B4-BE49-F238E27FC236}">
                  <a16:creationId xmlns:a16="http://schemas.microsoft.com/office/drawing/2014/main" id="{F24353DF-8BC9-48FC-BB5A-CE5E88F27DE3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87" name="Google Shape;2542;p68">
              <a:extLst>
                <a:ext uri="{FF2B5EF4-FFF2-40B4-BE49-F238E27FC236}">
                  <a16:creationId xmlns:a16="http://schemas.microsoft.com/office/drawing/2014/main" id="{416E1B95-ADBA-4E44-88C8-54CFD35B2A9A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88" name="Google Shape;2543;p68">
              <a:extLst>
                <a:ext uri="{FF2B5EF4-FFF2-40B4-BE49-F238E27FC236}">
                  <a16:creationId xmlns:a16="http://schemas.microsoft.com/office/drawing/2014/main" id="{487760C7-1B92-4E29-91B9-B0BFC6BEBCDD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89" name="Google Shape;2544;p68">
              <a:extLst>
                <a:ext uri="{FF2B5EF4-FFF2-40B4-BE49-F238E27FC236}">
                  <a16:creationId xmlns:a16="http://schemas.microsoft.com/office/drawing/2014/main" id="{BFA4CC89-E3D0-4FBD-AAE6-E9846CF3711B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90" name="Google Shape;2545;p68">
              <a:extLst>
                <a:ext uri="{FF2B5EF4-FFF2-40B4-BE49-F238E27FC236}">
                  <a16:creationId xmlns:a16="http://schemas.microsoft.com/office/drawing/2014/main" id="{7BE85362-5145-44E2-938E-9D78D563C046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91" name="Google Shape;2546;p68">
              <a:extLst>
                <a:ext uri="{FF2B5EF4-FFF2-40B4-BE49-F238E27FC236}">
                  <a16:creationId xmlns:a16="http://schemas.microsoft.com/office/drawing/2014/main" id="{E2477359-C985-4F41-91B2-591A73804B68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92" name="Google Shape;2547;p68">
              <a:extLst>
                <a:ext uri="{FF2B5EF4-FFF2-40B4-BE49-F238E27FC236}">
                  <a16:creationId xmlns:a16="http://schemas.microsoft.com/office/drawing/2014/main" id="{DA77C9AF-5FFF-4D4E-98CF-86AABB1474A3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93" name="Google Shape;2548;p68">
              <a:extLst>
                <a:ext uri="{FF2B5EF4-FFF2-40B4-BE49-F238E27FC236}">
                  <a16:creationId xmlns:a16="http://schemas.microsoft.com/office/drawing/2014/main" id="{EED249F6-D72F-498A-AD33-81AFB3026A8D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94" name="Google Shape;2549;p68">
              <a:extLst>
                <a:ext uri="{FF2B5EF4-FFF2-40B4-BE49-F238E27FC236}">
                  <a16:creationId xmlns:a16="http://schemas.microsoft.com/office/drawing/2014/main" id="{7FEFDA69-B8D8-4FF7-AAB9-BEB66EC7419F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95" name="Google Shape;2550;p68">
              <a:extLst>
                <a:ext uri="{FF2B5EF4-FFF2-40B4-BE49-F238E27FC236}">
                  <a16:creationId xmlns:a16="http://schemas.microsoft.com/office/drawing/2014/main" id="{117022E9-C726-457D-B855-9123E57AFA60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96" name="Google Shape;2551;p68">
              <a:extLst>
                <a:ext uri="{FF2B5EF4-FFF2-40B4-BE49-F238E27FC236}">
                  <a16:creationId xmlns:a16="http://schemas.microsoft.com/office/drawing/2014/main" id="{C51F4444-15DE-4A69-BACB-7CB867B6014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97" name="Google Shape;2552;p68">
              <a:extLst>
                <a:ext uri="{FF2B5EF4-FFF2-40B4-BE49-F238E27FC236}">
                  <a16:creationId xmlns:a16="http://schemas.microsoft.com/office/drawing/2014/main" id="{9A9CF207-78A7-41D4-B5DF-88EA36E588CA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98" name="Google Shape;2553;p68">
              <a:extLst>
                <a:ext uri="{FF2B5EF4-FFF2-40B4-BE49-F238E27FC236}">
                  <a16:creationId xmlns:a16="http://schemas.microsoft.com/office/drawing/2014/main" id="{E2EE5112-6CB4-42CE-8F4C-D8AEE0999AE4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2999" name="Google Shape;2554;p68">
              <a:extLst>
                <a:ext uri="{FF2B5EF4-FFF2-40B4-BE49-F238E27FC236}">
                  <a16:creationId xmlns:a16="http://schemas.microsoft.com/office/drawing/2014/main" id="{FD8C68B4-51F5-41A7-A14F-E3BDBC9D8D34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00" name="Google Shape;2555;p68">
              <a:extLst>
                <a:ext uri="{FF2B5EF4-FFF2-40B4-BE49-F238E27FC236}">
                  <a16:creationId xmlns:a16="http://schemas.microsoft.com/office/drawing/2014/main" id="{212CC339-A5FD-4E4C-B73A-ABABC8E6DA80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01" name="Google Shape;2556;p68">
              <a:extLst>
                <a:ext uri="{FF2B5EF4-FFF2-40B4-BE49-F238E27FC236}">
                  <a16:creationId xmlns:a16="http://schemas.microsoft.com/office/drawing/2014/main" id="{BFE563B3-DB19-4460-8401-76A028825E61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02" name="Google Shape;2557;p68">
              <a:extLst>
                <a:ext uri="{FF2B5EF4-FFF2-40B4-BE49-F238E27FC236}">
                  <a16:creationId xmlns:a16="http://schemas.microsoft.com/office/drawing/2014/main" id="{235B45B5-0F86-4CA2-935E-D5E2175EC184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03" name="Google Shape;2558;p68">
              <a:extLst>
                <a:ext uri="{FF2B5EF4-FFF2-40B4-BE49-F238E27FC236}">
                  <a16:creationId xmlns:a16="http://schemas.microsoft.com/office/drawing/2014/main" id="{C2F00EBB-3CC9-46C2-8956-ABA47A771C9F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04" name="Google Shape;2559;p68">
              <a:extLst>
                <a:ext uri="{FF2B5EF4-FFF2-40B4-BE49-F238E27FC236}">
                  <a16:creationId xmlns:a16="http://schemas.microsoft.com/office/drawing/2014/main" id="{4BA15268-9FDD-4B5C-8501-0DB19AEB74FA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05" name="Google Shape;2560;p68">
              <a:extLst>
                <a:ext uri="{FF2B5EF4-FFF2-40B4-BE49-F238E27FC236}">
                  <a16:creationId xmlns:a16="http://schemas.microsoft.com/office/drawing/2014/main" id="{6CA32053-360B-4887-B5BE-D0AD7C61914B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06" name="Google Shape;2561;p68">
              <a:extLst>
                <a:ext uri="{FF2B5EF4-FFF2-40B4-BE49-F238E27FC236}">
                  <a16:creationId xmlns:a16="http://schemas.microsoft.com/office/drawing/2014/main" id="{D3C2D6C4-2F7D-44A6-ABB9-0E15B897D065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07" name="Google Shape;2562;p68">
              <a:extLst>
                <a:ext uri="{FF2B5EF4-FFF2-40B4-BE49-F238E27FC236}">
                  <a16:creationId xmlns:a16="http://schemas.microsoft.com/office/drawing/2014/main" id="{6DCC1EC1-D570-4FBA-80BA-F54FA974A72B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08" name="Google Shape;2563;p68">
              <a:extLst>
                <a:ext uri="{FF2B5EF4-FFF2-40B4-BE49-F238E27FC236}">
                  <a16:creationId xmlns:a16="http://schemas.microsoft.com/office/drawing/2014/main" id="{3A340509-08D2-4D22-8322-61E493E9B6B3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09" name="Google Shape;2564;p68">
              <a:extLst>
                <a:ext uri="{FF2B5EF4-FFF2-40B4-BE49-F238E27FC236}">
                  <a16:creationId xmlns:a16="http://schemas.microsoft.com/office/drawing/2014/main" id="{8A8B3A37-65AC-4BD1-AE8A-4767CD2B6ECE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10" name="Google Shape;2565;p68">
              <a:extLst>
                <a:ext uri="{FF2B5EF4-FFF2-40B4-BE49-F238E27FC236}">
                  <a16:creationId xmlns:a16="http://schemas.microsoft.com/office/drawing/2014/main" id="{D800CDE0-A251-4911-B042-861862F8786F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11" name="Google Shape;2566;p68">
              <a:extLst>
                <a:ext uri="{FF2B5EF4-FFF2-40B4-BE49-F238E27FC236}">
                  <a16:creationId xmlns:a16="http://schemas.microsoft.com/office/drawing/2014/main" id="{13F1DA3D-5A1B-4BD7-BC79-FA4158F8302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12" name="Google Shape;2567;p68">
              <a:extLst>
                <a:ext uri="{FF2B5EF4-FFF2-40B4-BE49-F238E27FC236}">
                  <a16:creationId xmlns:a16="http://schemas.microsoft.com/office/drawing/2014/main" id="{CADD9610-9EC4-4949-AC50-FFDBBDD25D33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13" name="Google Shape;2568;p68">
              <a:extLst>
                <a:ext uri="{FF2B5EF4-FFF2-40B4-BE49-F238E27FC236}">
                  <a16:creationId xmlns:a16="http://schemas.microsoft.com/office/drawing/2014/main" id="{95A95A05-0D7A-4108-9DFA-EC7E0F713B0A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14" name="Google Shape;2569;p68">
              <a:extLst>
                <a:ext uri="{FF2B5EF4-FFF2-40B4-BE49-F238E27FC236}">
                  <a16:creationId xmlns:a16="http://schemas.microsoft.com/office/drawing/2014/main" id="{47D81693-F4F4-49E7-8891-6C4B03519538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15" name="Google Shape;2570;p68">
              <a:extLst>
                <a:ext uri="{FF2B5EF4-FFF2-40B4-BE49-F238E27FC236}">
                  <a16:creationId xmlns:a16="http://schemas.microsoft.com/office/drawing/2014/main" id="{274EA6E4-9763-4A54-971A-F3194F02DF08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16" name="Google Shape;2571;p68">
              <a:extLst>
                <a:ext uri="{FF2B5EF4-FFF2-40B4-BE49-F238E27FC236}">
                  <a16:creationId xmlns:a16="http://schemas.microsoft.com/office/drawing/2014/main" id="{22626AF3-E469-419D-B5D5-7FC2E71448E1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17" name="Google Shape;2572;p68">
              <a:extLst>
                <a:ext uri="{FF2B5EF4-FFF2-40B4-BE49-F238E27FC236}">
                  <a16:creationId xmlns:a16="http://schemas.microsoft.com/office/drawing/2014/main" id="{2514D475-B956-421D-B3F8-52B645D44DBB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18" name="Google Shape;2573;p68">
              <a:extLst>
                <a:ext uri="{FF2B5EF4-FFF2-40B4-BE49-F238E27FC236}">
                  <a16:creationId xmlns:a16="http://schemas.microsoft.com/office/drawing/2014/main" id="{9D05578D-5425-4978-9639-996D06B9C4E8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19" name="Google Shape;2574;p68">
              <a:extLst>
                <a:ext uri="{FF2B5EF4-FFF2-40B4-BE49-F238E27FC236}">
                  <a16:creationId xmlns:a16="http://schemas.microsoft.com/office/drawing/2014/main" id="{E411A989-A8F1-45E9-B4DA-562F6D1871DE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20" name="Google Shape;2575;p68">
              <a:extLst>
                <a:ext uri="{FF2B5EF4-FFF2-40B4-BE49-F238E27FC236}">
                  <a16:creationId xmlns:a16="http://schemas.microsoft.com/office/drawing/2014/main" id="{4BE540D1-2E7E-4404-8E13-0F1AF8CCD6B2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21" name="Google Shape;2576;p68">
              <a:extLst>
                <a:ext uri="{FF2B5EF4-FFF2-40B4-BE49-F238E27FC236}">
                  <a16:creationId xmlns:a16="http://schemas.microsoft.com/office/drawing/2014/main" id="{439C7696-D9F2-48BE-A6FC-18EDA23BCF5C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22" name="Google Shape;2577;p68">
              <a:extLst>
                <a:ext uri="{FF2B5EF4-FFF2-40B4-BE49-F238E27FC236}">
                  <a16:creationId xmlns:a16="http://schemas.microsoft.com/office/drawing/2014/main" id="{59EADB55-AF8B-463D-A6FC-31FE88EF35F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23" name="Google Shape;2578;p68">
              <a:extLst>
                <a:ext uri="{FF2B5EF4-FFF2-40B4-BE49-F238E27FC236}">
                  <a16:creationId xmlns:a16="http://schemas.microsoft.com/office/drawing/2014/main" id="{A3013AB2-4E74-4250-97D9-A10E1C8BAFC9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24" name="Google Shape;2579;p68">
              <a:extLst>
                <a:ext uri="{FF2B5EF4-FFF2-40B4-BE49-F238E27FC236}">
                  <a16:creationId xmlns:a16="http://schemas.microsoft.com/office/drawing/2014/main" id="{D689DABF-EF18-4EFF-B003-AC6EB3D17E2D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25" name="Google Shape;2580;p68">
              <a:extLst>
                <a:ext uri="{FF2B5EF4-FFF2-40B4-BE49-F238E27FC236}">
                  <a16:creationId xmlns:a16="http://schemas.microsoft.com/office/drawing/2014/main" id="{A2090E49-CD27-4759-A50D-38911C614691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26" name="Google Shape;2581;p68">
              <a:extLst>
                <a:ext uri="{FF2B5EF4-FFF2-40B4-BE49-F238E27FC236}">
                  <a16:creationId xmlns:a16="http://schemas.microsoft.com/office/drawing/2014/main" id="{F92ED5BC-7D97-4779-878B-4C90BEC40B6A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27" name="Google Shape;2582;p68">
              <a:extLst>
                <a:ext uri="{FF2B5EF4-FFF2-40B4-BE49-F238E27FC236}">
                  <a16:creationId xmlns:a16="http://schemas.microsoft.com/office/drawing/2014/main" id="{3907E304-41AB-45DA-9430-C316B7935358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28" name="Google Shape;2583;p68">
              <a:extLst>
                <a:ext uri="{FF2B5EF4-FFF2-40B4-BE49-F238E27FC236}">
                  <a16:creationId xmlns:a16="http://schemas.microsoft.com/office/drawing/2014/main" id="{11F09C65-C5BF-4789-AF18-5F85932BDB42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29" name="Google Shape;2584;p68">
              <a:extLst>
                <a:ext uri="{FF2B5EF4-FFF2-40B4-BE49-F238E27FC236}">
                  <a16:creationId xmlns:a16="http://schemas.microsoft.com/office/drawing/2014/main" id="{5FCA68C3-701E-4A86-90AF-7BE44C4D1955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30" name="Google Shape;2585;p68">
              <a:extLst>
                <a:ext uri="{FF2B5EF4-FFF2-40B4-BE49-F238E27FC236}">
                  <a16:creationId xmlns:a16="http://schemas.microsoft.com/office/drawing/2014/main" id="{6637DC76-ACA3-4195-9249-25F8B7DF8E3B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31" name="Google Shape;2586;p68">
              <a:extLst>
                <a:ext uri="{FF2B5EF4-FFF2-40B4-BE49-F238E27FC236}">
                  <a16:creationId xmlns:a16="http://schemas.microsoft.com/office/drawing/2014/main" id="{E448A30A-BEB3-4FDE-9C03-A3D8EF5CAF04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32" name="Google Shape;2587;p68">
              <a:extLst>
                <a:ext uri="{FF2B5EF4-FFF2-40B4-BE49-F238E27FC236}">
                  <a16:creationId xmlns:a16="http://schemas.microsoft.com/office/drawing/2014/main" id="{63EC1DE1-6025-47DA-8EEF-CB6955E6ABFF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33" name="Google Shape;2588;p68">
              <a:extLst>
                <a:ext uri="{FF2B5EF4-FFF2-40B4-BE49-F238E27FC236}">
                  <a16:creationId xmlns:a16="http://schemas.microsoft.com/office/drawing/2014/main" id="{388BEACA-0142-46A8-846F-E2F04F2621E3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34" name="Google Shape;2589;p68">
              <a:extLst>
                <a:ext uri="{FF2B5EF4-FFF2-40B4-BE49-F238E27FC236}">
                  <a16:creationId xmlns:a16="http://schemas.microsoft.com/office/drawing/2014/main" id="{427774DC-49A4-4A64-ABA5-BD89B30AEC92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35" name="Google Shape;2590;p68">
              <a:extLst>
                <a:ext uri="{FF2B5EF4-FFF2-40B4-BE49-F238E27FC236}">
                  <a16:creationId xmlns:a16="http://schemas.microsoft.com/office/drawing/2014/main" id="{8746F208-63D1-4905-AE7E-14E9ED58A6B8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36" name="Google Shape;2591;p68">
              <a:extLst>
                <a:ext uri="{FF2B5EF4-FFF2-40B4-BE49-F238E27FC236}">
                  <a16:creationId xmlns:a16="http://schemas.microsoft.com/office/drawing/2014/main" id="{97236977-34AC-4D3F-951C-EF04BE830C86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37" name="Google Shape;2592;p68">
              <a:extLst>
                <a:ext uri="{FF2B5EF4-FFF2-40B4-BE49-F238E27FC236}">
                  <a16:creationId xmlns:a16="http://schemas.microsoft.com/office/drawing/2014/main" id="{5C963EE8-FC53-4986-AF43-E01AAD0B7081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38" name="Google Shape;2593;p68">
              <a:extLst>
                <a:ext uri="{FF2B5EF4-FFF2-40B4-BE49-F238E27FC236}">
                  <a16:creationId xmlns:a16="http://schemas.microsoft.com/office/drawing/2014/main" id="{7D8A71A4-926B-4771-9457-F1902C4E2337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39" name="Google Shape;2594;p68">
              <a:extLst>
                <a:ext uri="{FF2B5EF4-FFF2-40B4-BE49-F238E27FC236}">
                  <a16:creationId xmlns:a16="http://schemas.microsoft.com/office/drawing/2014/main" id="{B7A83B14-49DD-497B-A861-A2C689C5B255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40" name="Google Shape;2595;p68">
              <a:extLst>
                <a:ext uri="{FF2B5EF4-FFF2-40B4-BE49-F238E27FC236}">
                  <a16:creationId xmlns:a16="http://schemas.microsoft.com/office/drawing/2014/main" id="{C00F3C11-84CA-48A9-9D10-E8153410EDAA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41" name="Google Shape;2596;p68">
              <a:extLst>
                <a:ext uri="{FF2B5EF4-FFF2-40B4-BE49-F238E27FC236}">
                  <a16:creationId xmlns:a16="http://schemas.microsoft.com/office/drawing/2014/main" id="{CE457409-9961-494F-BE40-5153C10FB99F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42" name="Google Shape;2597;p68">
              <a:extLst>
                <a:ext uri="{FF2B5EF4-FFF2-40B4-BE49-F238E27FC236}">
                  <a16:creationId xmlns:a16="http://schemas.microsoft.com/office/drawing/2014/main" id="{31E4F74A-52AC-4537-B18F-C0FBC6764B29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43" name="Google Shape;2598;p68">
              <a:extLst>
                <a:ext uri="{FF2B5EF4-FFF2-40B4-BE49-F238E27FC236}">
                  <a16:creationId xmlns:a16="http://schemas.microsoft.com/office/drawing/2014/main" id="{156A4E12-B9F7-4A84-BBD9-00501333F9E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44" name="Google Shape;2599;p68">
              <a:extLst>
                <a:ext uri="{FF2B5EF4-FFF2-40B4-BE49-F238E27FC236}">
                  <a16:creationId xmlns:a16="http://schemas.microsoft.com/office/drawing/2014/main" id="{E0F1D5A3-9A80-4F8C-B212-F176554787D3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45" name="Google Shape;2600;p68">
              <a:extLst>
                <a:ext uri="{FF2B5EF4-FFF2-40B4-BE49-F238E27FC236}">
                  <a16:creationId xmlns:a16="http://schemas.microsoft.com/office/drawing/2014/main" id="{509CC185-B4E8-468D-BACA-900AD3B32318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46" name="Google Shape;2601;p68">
              <a:extLst>
                <a:ext uri="{FF2B5EF4-FFF2-40B4-BE49-F238E27FC236}">
                  <a16:creationId xmlns:a16="http://schemas.microsoft.com/office/drawing/2014/main" id="{9690A719-4E13-41F4-B1F5-6E9C4AB0AEE4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47" name="Google Shape;2602;p68">
              <a:extLst>
                <a:ext uri="{FF2B5EF4-FFF2-40B4-BE49-F238E27FC236}">
                  <a16:creationId xmlns:a16="http://schemas.microsoft.com/office/drawing/2014/main" id="{D8604889-CAE2-429A-A308-0A176C8158DA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48" name="Google Shape;2603;p68">
              <a:extLst>
                <a:ext uri="{FF2B5EF4-FFF2-40B4-BE49-F238E27FC236}">
                  <a16:creationId xmlns:a16="http://schemas.microsoft.com/office/drawing/2014/main" id="{C80A7109-30A6-4B8E-8850-98DC3803C417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49" name="Google Shape;2604;p68">
              <a:extLst>
                <a:ext uri="{FF2B5EF4-FFF2-40B4-BE49-F238E27FC236}">
                  <a16:creationId xmlns:a16="http://schemas.microsoft.com/office/drawing/2014/main" id="{2D6F6BF6-58AA-4474-AA62-756B4D8BE20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50" name="Google Shape;2605;p68">
              <a:extLst>
                <a:ext uri="{FF2B5EF4-FFF2-40B4-BE49-F238E27FC236}">
                  <a16:creationId xmlns:a16="http://schemas.microsoft.com/office/drawing/2014/main" id="{85AEB81A-3F68-44D0-8A59-A1DAC9FC6AA9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51" name="Google Shape;2606;p68">
              <a:extLst>
                <a:ext uri="{FF2B5EF4-FFF2-40B4-BE49-F238E27FC236}">
                  <a16:creationId xmlns:a16="http://schemas.microsoft.com/office/drawing/2014/main" id="{D867A2C4-0953-45FC-B208-A4B63B8801F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52" name="Google Shape;2607;p68">
              <a:extLst>
                <a:ext uri="{FF2B5EF4-FFF2-40B4-BE49-F238E27FC236}">
                  <a16:creationId xmlns:a16="http://schemas.microsoft.com/office/drawing/2014/main" id="{2CCFDBC1-6515-4B43-9B4F-427E58FD21C8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53" name="Google Shape;2608;p68">
              <a:extLst>
                <a:ext uri="{FF2B5EF4-FFF2-40B4-BE49-F238E27FC236}">
                  <a16:creationId xmlns:a16="http://schemas.microsoft.com/office/drawing/2014/main" id="{0C88A8ED-7931-4E1A-81AD-920C89873B38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54" name="Google Shape;2609;p68">
              <a:extLst>
                <a:ext uri="{FF2B5EF4-FFF2-40B4-BE49-F238E27FC236}">
                  <a16:creationId xmlns:a16="http://schemas.microsoft.com/office/drawing/2014/main" id="{6C81C8D5-72B9-4653-80DC-D91EB7B518E5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55" name="Google Shape;2610;p68">
              <a:extLst>
                <a:ext uri="{FF2B5EF4-FFF2-40B4-BE49-F238E27FC236}">
                  <a16:creationId xmlns:a16="http://schemas.microsoft.com/office/drawing/2014/main" id="{B078E2A8-9859-471C-8271-65BB2DB348E2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56" name="Google Shape;2611;p68">
              <a:extLst>
                <a:ext uri="{FF2B5EF4-FFF2-40B4-BE49-F238E27FC236}">
                  <a16:creationId xmlns:a16="http://schemas.microsoft.com/office/drawing/2014/main" id="{82C059F8-FACD-4907-A72C-5AD84D7B6470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57" name="Google Shape;2612;p68">
              <a:extLst>
                <a:ext uri="{FF2B5EF4-FFF2-40B4-BE49-F238E27FC236}">
                  <a16:creationId xmlns:a16="http://schemas.microsoft.com/office/drawing/2014/main" id="{268AE14F-508B-49A4-9DEA-D1BC8D02A8ED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58" name="Google Shape;2613;p68">
              <a:extLst>
                <a:ext uri="{FF2B5EF4-FFF2-40B4-BE49-F238E27FC236}">
                  <a16:creationId xmlns:a16="http://schemas.microsoft.com/office/drawing/2014/main" id="{F64B1A11-B847-41F6-AB92-10FC33D5CB7E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59" name="Google Shape;2614;p68">
              <a:extLst>
                <a:ext uri="{FF2B5EF4-FFF2-40B4-BE49-F238E27FC236}">
                  <a16:creationId xmlns:a16="http://schemas.microsoft.com/office/drawing/2014/main" id="{EF2EBDAE-390A-4AAD-8094-37304AF9854C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60" name="Google Shape;2615;p68">
              <a:extLst>
                <a:ext uri="{FF2B5EF4-FFF2-40B4-BE49-F238E27FC236}">
                  <a16:creationId xmlns:a16="http://schemas.microsoft.com/office/drawing/2014/main" id="{127187E8-D1D4-4CFA-975E-99244FE857AA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61" name="Google Shape;2616;p68">
              <a:extLst>
                <a:ext uri="{FF2B5EF4-FFF2-40B4-BE49-F238E27FC236}">
                  <a16:creationId xmlns:a16="http://schemas.microsoft.com/office/drawing/2014/main" id="{0596D370-D64B-4565-883A-076A2E5455FB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62" name="Google Shape;2617;p68">
              <a:extLst>
                <a:ext uri="{FF2B5EF4-FFF2-40B4-BE49-F238E27FC236}">
                  <a16:creationId xmlns:a16="http://schemas.microsoft.com/office/drawing/2014/main" id="{67D88475-57FD-423A-AC65-09F00495B983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63" name="Google Shape;2618;p68">
              <a:extLst>
                <a:ext uri="{FF2B5EF4-FFF2-40B4-BE49-F238E27FC236}">
                  <a16:creationId xmlns:a16="http://schemas.microsoft.com/office/drawing/2014/main" id="{1C058111-E06E-4364-A22F-CD48A2A48301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64" name="Google Shape;2619;p68">
              <a:extLst>
                <a:ext uri="{FF2B5EF4-FFF2-40B4-BE49-F238E27FC236}">
                  <a16:creationId xmlns:a16="http://schemas.microsoft.com/office/drawing/2014/main" id="{EC6ED83B-5BA2-4B08-8AA1-6832B7F85B17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65" name="Google Shape;2620;p68">
              <a:extLst>
                <a:ext uri="{FF2B5EF4-FFF2-40B4-BE49-F238E27FC236}">
                  <a16:creationId xmlns:a16="http://schemas.microsoft.com/office/drawing/2014/main" id="{CBE42F09-58E5-4006-83DA-25E4265D4F48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66" name="Google Shape;2621;p68">
              <a:extLst>
                <a:ext uri="{FF2B5EF4-FFF2-40B4-BE49-F238E27FC236}">
                  <a16:creationId xmlns:a16="http://schemas.microsoft.com/office/drawing/2014/main" id="{B8B1068C-350B-4FA0-A282-F168E87131C5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67" name="Google Shape;2622;p68">
              <a:extLst>
                <a:ext uri="{FF2B5EF4-FFF2-40B4-BE49-F238E27FC236}">
                  <a16:creationId xmlns:a16="http://schemas.microsoft.com/office/drawing/2014/main" id="{429E4C73-E665-4CCD-B9A2-5F6A45A90417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68" name="Google Shape;2623;p68">
              <a:extLst>
                <a:ext uri="{FF2B5EF4-FFF2-40B4-BE49-F238E27FC236}">
                  <a16:creationId xmlns:a16="http://schemas.microsoft.com/office/drawing/2014/main" id="{9DC72ECE-EE3F-4D96-8AD5-549961DE539B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69" name="Google Shape;2624;p68">
              <a:extLst>
                <a:ext uri="{FF2B5EF4-FFF2-40B4-BE49-F238E27FC236}">
                  <a16:creationId xmlns:a16="http://schemas.microsoft.com/office/drawing/2014/main" id="{84E28A11-BBC2-44BF-9BD2-73F988B9BF94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70" name="Google Shape;2625;p68">
              <a:extLst>
                <a:ext uri="{FF2B5EF4-FFF2-40B4-BE49-F238E27FC236}">
                  <a16:creationId xmlns:a16="http://schemas.microsoft.com/office/drawing/2014/main" id="{EAB1FD4A-6679-4AF0-88E8-3D0B9F5CF1E5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71" name="Google Shape;2626;p68">
              <a:extLst>
                <a:ext uri="{FF2B5EF4-FFF2-40B4-BE49-F238E27FC236}">
                  <a16:creationId xmlns:a16="http://schemas.microsoft.com/office/drawing/2014/main" id="{546C00FB-6351-47CB-95E5-DB029DFF76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72" name="Google Shape;2627;p68">
              <a:extLst>
                <a:ext uri="{FF2B5EF4-FFF2-40B4-BE49-F238E27FC236}">
                  <a16:creationId xmlns:a16="http://schemas.microsoft.com/office/drawing/2014/main" id="{CCF86134-05AA-473E-921F-66AA673663EB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73" name="Google Shape;2628;p68">
              <a:extLst>
                <a:ext uri="{FF2B5EF4-FFF2-40B4-BE49-F238E27FC236}">
                  <a16:creationId xmlns:a16="http://schemas.microsoft.com/office/drawing/2014/main" id="{4D40D7EE-64AD-48D8-9543-C75FAC091A0C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74" name="Google Shape;2629;p68">
              <a:extLst>
                <a:ext uri="{FF2B5EF4-FFF2-40B4-BE49-F238E27FC236}">
                  <a16:creationId xmlns:a16="http://schemas.microsoft.com/office/drawing/2014/main" id="{39F8C588-F819-4DCD-B6A4-7CE6C5A25B9D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75" name="Google Shape;2630;p68">
              <a:extLst>
                <a:ext uri="{FF2B5EF4-FFF2-40B4-BE49-F238E27FC236}">
                  <a16:creationId xmlns:a16="http://schemas.microsoft.com/office/drawing/2014/main" id="{16C032B5-F5DE-45BE-84D8-A4C17643AB01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76" name="Google Shape;2631;p68">
              <a:extLst>
                <a:ext uri="{FF2B5EF4-FFF2-40B4-BE49-F238E27FC236}">
                  <a16:creationId xmlns:a16="http://schemas.microsoft.com/office/drawing/2014/main" id="{FD8331A4-6229-4C97-A0C8-E1B443E0B875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77" name="Google Shape;2632;p68">
              <a:extLst>
                <a:ext uri="{FF2B5EF4-FFF2-40B4-BE49-F238E27FC236}">
                  <a16:creationId xmlns:a16="http://schemas.microsoft.com/office/drawing/2014/main" id="{F9B0BD6D-22F3-4D3D-8225-B05D462E9DE0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78" name="Google Shape;2633;p68">
              <a:extLst>
                <a:ext uri="{FF2B5EF4-FFF2-40B4-BE49-F238E27FC236}">
                  <a16:creationId xmlns:a16="http://schemas.microsoft.com/office/drawing/2014/main" id="{BAC13DD6-7DF2-44AB-AC9E-7CC6EC16786C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79" name="Google Shape;2634;p68">
              <a:extLst>
                <a:ext uri="{FF2B5EF4-FFF2-40B4-BE49-F238E27FC236}">
                  <a16:creationId xmlns:a16="http://schemas.microsoft.com/office/drawing/2014/main" id="{FA394E38-806F-47A2-9F5B-7C5EA04B6A98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80" name="Google Shape;2635;p68">
              <a:extLst>
                <a:ext uri="{FF2B5EF4-FFF2-40B4-BE49-F238E27FC236}">
                  <a16:creationId xmlns:a16="http://schemas.microsoft.com/office/drawing/2014/main" id="{3E121D58-8FD7-4079-976B-41E3A4EA4690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81" name="Google Shape;2636;p68">
              <a:extLst>
                <a:ext uri="{FF2B5EF4-FFF2-40B4-BE49-F238E27FC236}">
                  <a16:creationId xmlns:a16="http://schemas.microsoft.com/office/drawing/2014/main" id="{D0007C98-3157-48DD-ABC1-A7E45C49780E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82" name="Google Shape;2637;p68">
              <a:extLst>
                <a:ext uri="{FF2B5EF4-FFF2-40B4-BE49-F238E27FC236}">
                  <a16:creationId xmlns:a16="http://schemas.microsoft.com/office/drawing/2014/main" id="{A3FACDEE-12F4-4801-9E7A-19FE82DF527C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83" name="Google Shape;2638;p68">
              <a:extLst>
                <a:ext uri="{FF2B5EF4-FFF2-40B4-BE49-F238E27FC236}">
                  <a16:creationId xmlns:a16="http://schemas.microsoft.com/office/drawing/2014/main" id="{F29469C5-3535-4E00-99FB-BB2EC26EBE53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84" name="Google Shape;2639;p68">
              <a:extLst>
                <a:ext uri="{FF2B5EF4-FFF2-40B4-BE49-F238E27FC236}">
                  <a16:creationId xmlns:a16="http://schemas.microsoft.com/office/drawing/2014/main" id="{092B6A63-37B1-4569-A3A2-454C26E02766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85" name="Google Shape;2640;p68">
              <a:extLst>
                <a:ext uri="{FF2B5EF4-FFF2-40B4-BE49-F238E27FC236}">
                  <a16:creationId xmlns:a16="http://schemas.microsoft.com/office/drawing/2014/main" id="{7E382D79-3571-4269-8458-BE61B1BB74EE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86" name="Google Shape;2641;p68">
              <a:extLst>
                <a:ext uri="{FF2B5EF4-FFF2-40B4-BE49-F238E27FC236}">
                  <a16:creationId xmlns:a16="http://schemas.microsoft.com/office/drawing/2014/main" id="{FC38D420-B321-428A-AB08-4328A06B121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87" name="Google Shape;2642;p68">
              <a:extLst>
                <a:ext uri="{FF2B5EF4-FFF2-40B4-BE49-F238E27FC236}">
                  <a16:creationId xmlns:a16="http://schemas.microsoft.com/office/drawing/2014/main" id="{AB9BD14D-329F-4E2E-99C0-B6E680A39B81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88" name="Google Shape;2643;p68">
              <a:extLst>
                <a:ext uri="{FF2B5EF4-FFF2-40B4-BE49-F238E27FC236}">
                  <a16:creationId xmlns:a16="http://schemas.microsoft.com/office/drawing/2014/main" id="{29416ED1-6F9C-4BCD-8AC5-F061DCC9A40E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89" name="Google Shape;2644;p68">
              <a:extLst>
                <a:ext uri="{FF2B5EF4-FFF2-40B4-BE49-F238E27FC236}">
                  <a16:creationId xmlns:a16="http://schemas.microsoft.com/office/drawing/2014/main" id="{FB6CC61B-0CAD-4112-94F7-E0F6106E38FB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90" name="Google Shape;2645;p68">
              <a:extLst>
                <a:ext uri="{FF2B5EF4-FFF2-40B4-BE49-F238E27FC236}">
                  <a16:creationId xmlns:a16="http://schemas.microsoft.com/office/drawing/2014/main" id="{27095163-E73D-46B8-96F3-EC37EE7C9967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91" name="Google Shape;2646;p68">
              <a:extLst>
                <a:ext uri="{FF2B5EF4-FFF2-40B4-BE49-F238E27FC236}">
                  <a16:creationId xmlns:a16="http://schemas.microsoft.com/office/drawing/2014/main" id="{3EDC5267-5DB1-4BC8-BC6A-D90EC61A6B4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92" name="Google Shape;2647;p68">
              <a:extLst>
                <a:ext uri="{FF2B5EF4-FFF2-40B4-BE49-F238E27FC236}">
                  <a16:creationId xmlns:a16="http://schemas.microsoft.com/office/drawing/2014/main" id="{B78F55EE-EF38-48F3-9FBD-54A0BE74CA2D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93" name="Google Shape;2648;p68">
              <a:extLst>
                <a:ext uri="{FF2B5EF4-FFF2-40B4-BE49-F238E27FC236}">
                  <a16:creationId xmlns:a16="http://schemas.microsoft.com/office/drawing/2014/main" id="{522330EC-0D47-4A62-9A9B-C6C765FC794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94" name="Google Shape;2649;p68">
              <a:extLst>
                <a:ext uri="{FF2B5EF4-FFF2-40B4-BE49-F238E27FC236}">
                  <a16:creationId xmlns:a16="http://schemas.microsoft.com/office/drawing/2014/main" id="{2348761B-C8B8-46C9-86D6-59C007D4C28C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95" name="Google Shape;2650;p68">
              <a:extLst>
                <a:ext uri="{FF2B5EF4-FFF2-40B4-BE49-F238E27FC236}">
                  <a16:creationId xmlns:a16="http://schemas.microsoft.com/office/drawing/2014/main" id="{5FDFC113-DAF9-41B9-94A8-745896C82D17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96" name="Google Shape;2651;p68">
              <a:extLst>
                <a:ext uri="{FF2B5EF4-FFF2-40B4-BE49-F238E27FC236}">
                  <a16:creationId xmlns:a16="http://schemas.microsoft.com/office/drawing/2014/main" id="{EB314322-9852-4CBC-AB80-09E65AF8C837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97" name="Google Shape;2652;p68">
              <a:extLst>
                <a:ext uri="{FF2B5EF4-FFF2-40B4-BE49-F238E27FC236}">
                  <a16:creationId xmlns:a16="http://schemas.microsoft.com/office/drawing/2014/main" id="{C0EB58E2-7333-4562-9E54-F5360C19E9A9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98" name="Google Shape;2653;p68">
              <a:extLst>
                <a:ext uri="{FF2B5EF4-FFF2-40B4-BE49-F238E27FC236}">
                  <a16:creationId xmlns:a16="http://schemas.microsoft.com/office/drawing/2014/main" id="{396171AB-EBD2-4362-8653-1FA0CD92FD91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099" name="Google Shape;2654;p68">
              <a:extLst>
                <a:ext uri="{FF2B5EF4-FFF2-40B4-BE49-F238E27FC236}">
                  <a16:creationId xmlns:a16="http://schemas.microsoft.com/office/drawing/2014/main" id="{C5D434B9-22AE-4699-9059-9FDF5FB8372C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00" name="Google Shape;2655;p68">
              <a:extLst>
                <a:ext uri="{FF2B5EF4-FFF2-40B4-BE49-F238E27FC236}">
                  <a16:creationId xmlns:a16="http://schemas.microsoft.com/office/drawing/2014/main" id="{4340C629-D110-4227-83A1-A69D658623BD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01" name="Google Shape;2656;p68">
              <a:extLst>
                <a:ext uri="{FF2B5EF4-FFF2-40B4-BE49-F238E27FC236}">
                  <a16:creationId xmlns:a16="http://schemas.microsoft.com/office/drawing/2014/main" id="{1755E3F7-130C-4536-A607-DCD4FF720EF7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02" name="Google Shape;2657;p68">
              <a:extLst>
                <a:ext uri="{FF2B5EF4-FFF2-40B4-BE49-F238E27FC236}">
                  <a16:creationId xmlns:a16="http://schemas.microsoft.com/office/drawing/2014/main" id="{58D0BBC2-7668-4AE3-A6D6-BBD24CAF2B98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03" name="Google Shape;2658;p68">
              <a:extLst>
                <a:ext uri="{FF2B5EF4-FFF2-40B4-BE49-F238E27FC236}">
                  <a16:creationId xmlns:a16="http://schemas.microsoft.com/office/drawing/2014/main" id="{83CD56FD-74E2-47B2-B585-D0D3048BF7C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04" name="Google Shape;2659;p68">
              <a:extLst>
                <a:ext uri="{FF2B5EF4-FFF2-40B4-BE49-F238E27FC236}">
                  <a16:creationId xmlns:a16="http://schemas.microsoft.com/office/drawing/2014/main" id="{C5C7DAB1-6A06-4628-91CB-C2ED6AE9F23D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05" name="Google Shape;2660;p68">
              <a:extLst>
                <a:ext uri="{FF2B5EF4-FFF2-40B4-BE49-F238E27FC236}">
                  <a16:creationId xmlns:a16="http://schemas.microsoft.com/office/drawing/2014/main" id="{C3645D69-015B-479A-8372-4F31A67F4E6B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06" name="Google Shape;2661;p68">
              <a:extLst>
                <a:ext uri="{FF2B5EF4-FFF2-40B4-BE49-F238E27FC236}">
                  <a16:creationId xmlns:a16="http://schemas.microsoft.com/office/drawing/2014/main" id="{A0E656ED-5343-4FFB-8120-421DDAA2FCEF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07" name="Google Shape;2662;p68">
              <a:extLst>
                <a:ext uri="{FF2B5EF4-FFF2-40B4-BE49-F238E27FC236}">
                  <a16:creationId xmlns:a16="http://schemas.microsoft.com/office/drawing/2014/main" id="{A7D1A175-0D44-4E3D-BF62-81EB1E83D10D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08" name="Google Shape;2663;p68">
              <a:extLst>
                <a:ext uri="{FF2B5EF4-FFF2-40B4-BE49-F238E27FC236}">
                  <a16:creationId xmlns:a16="http://schemas.microsoft.com/office/drawing/2014/main" id="{0ED866EC-8C76-4405-B95F-A279CAAE5AAD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09" name="Google Shape;2664;p68">
              <a:extLst>
                <a:ext uri="{FF2B5EF4-FFF2-40B4-BE49-F238E27FC236}">
                  <a16:creationId xmlns:a16="http://schemas.microsoft.com/office/drawing/2014/main" id="{36359F62-53A0-4120-AB4C-E349062F2540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10" name="Google Shape;2665;p68">
              <a:extLst>
                <a:ext uri="{FF2B5EF4-FFF2-40B4-BE49-F238E27FC236}">
                  <a16:creationId xmlns:a16="http://schemas.microsoft.com/office/drawing/2014/main" id="{AD6402EC-6A90-42AA-AD4B-98259E023BD6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11" name="Google Shape;2666;p68">
              <a:extLst>
                <a:ext uri="{FF2B5EF4-FFF2-40B4-BE49-F238E27FC236}">
                  <a16:creationId xmlns:a16="http://schemas.microsoft.com/office/drawing/2014/main" id="{9EB99728-C890-4DAA-AC04-A5D00DF72F31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12" name="Google Shape;2667;p68">
              <a:extLst>
                <a:ext uri="{FF2B5EF4-FFF2-40B4-BE49-F238E27FC236}">
                  <a16:creationId xmlns:a16="http://schemas.microsoft.com/office/drawing/2014/main" id="{4BBF3A1F-619B-45BD-9E87-C384E8A5B3B1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13" name="Google Shape;2668;p68">
              <a:extLst>
                <a:ext uri="{FF2B5EF4-FFF2-40B4-BE49-F238E27FC236}">
                  <a16:creationId xmlns:a16="http://schemas.microsoft.com/office/drawing/2014/main" id="{A6B45F77-FDBC-4C56-847F-0649C7A4A36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14" name="Google Shape;2669;p68">
              <a:extLst>
                <a:ext uri="{FF2B5EF4-FFF2-40B4-BE49-F238E27FC236}">
                  <a16:creationId xmlns:a16="http://schemas.microsoft.com/office/drawing/2014/main" id="{D062CE63-C876-46E3-8F64-B04D9E07FB53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15" name="Google Shape;2670;p68">
              <a:extLst>
                <a:ext uri="{FF2B5EF4-FFF2-40B4-BE49-F238E27FC236}">
                  <a16:creationId xmlns:a16="http://schemas.microsoft.com/office/drawing/2014/main" id="{7E18248E-B4F9-490A-A142-FB92D08CAA95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16" name="Google Shape;2671;p68">
              <a:extLst>
                <a:ext uri="{FF2B5EF4-FFF2-40B4-BE49-F238E27FC236}">
                  <a16:creationId xmlns:a16="http://schemas.microsoft.com/office/drawing/2014/main" id="{B21A55AA-2770-46B6-8A50-826A49DE8E1E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17" name="Google Shape;2672;p68">
              <a:extLst>
                <a:ext uri="{FF2B5EF4-FFF2-40B4-BE49-F238E27FC236}">
                  <a16:creationId xmlns:a16="http://schemas.microsoft.com/office/drawing/2014/main" id="{760811B4-8456-470A-9F57-EAF0C439B74F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18" name="Google Shape;2673;p68">
              <a:extLst>
                <a:ext uri="{FF2B5EF4-FFF2-40B4-BE49-F238E27FC236}">
                  <a16:creationId xmlns:a16="http://schemas.microsoft.com/office/drawing/2014/main" id="{1DC674E5-B664-40B1-8BE0-BABE97170231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19" name="Google Shape;2674;p68">
              <a:extLst>
                <a:ext uri="{FF2B5EF4-FFF2-40B4-BE49-F238E27FC236}">
                  <a16:creationId xmlns:a16="http://schemas.microsoft.com/office/drawing/2014/main" id="{ECA9035B-0732-4533-BC12-A32AC575FAD5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20" name="Google Shape;2675;p68">
              <a:extLst>
                <a:ext uri="{FF2B5EF4-FFF2-40B4-BE49-F238E27FC236}">
                  <a16:creationId xmlns:a16="http://schemas.microsoft.com/office/drawing/2014/main" id="{C2640D0D-1050-485F-8390-3538966CF146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21" name="Google Shape;2676;p68">
              <a:extLst>
                <a:ext uri="{FF2B5EF4-FFF2-40B4-BE49-F238E27FC236}">
                  <a16:creationId xmlns:a16="http://schemas.microsoft.com/office/drawing/2014/main" id="{8DAA1C91-05C5-48F8-96D1-C3DC5ED2CD8C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22" name="Google Shape;2677;p68">
              <a:extLst>
                <a:ext uri="{FF2B5EF4-FFF2-40B4-BE49-F238E27FC236}">
                  <a16:creationId xmlns:a16="http://schemas.microsoft.com/office/drawing/2014/main" id="{D72E4E8F-EDB2-4B0A-8318-AA2F38CE3B8D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23" name="Google Shape;2678;p68">
              <a:extLst>
                <a:ext uri="{FF2B5EF4-FFF2-40B4-BE49-F238E27FC236}">
                  <a16:creationId xmlns:a16="http://schemas.microsoft.com/office/drawing/2014/main" id="{5790758B-81C0-4360-8DBF-8C488EF44382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24" name="Google Shape;2679;p68">
              <a:extLst>
                <a:ext uri="{FF2B5EF4-FFF2-40B4-BE49-F238E27FC236}">
                  <a16:creationId xmlns:a16="http://schemas.microsoft.com/office/drawing/2014/main" id="{4F179BA7-46B7-41AC-98B3-5AE005DE8D00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25" name="Google Shape;2680;p68">
              <a:extLst>
                <a:ext uri="{FF2B5EF4-FFF2-40B4-BE49-F238E27FC236}">
                  <a16:creationId xmlns:a16="http://schemas.microsoft.com/office/drawing/2014/main" id="{05003C68-F132-4689-B189-7307BEAF0835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26" name="Google Shape;2681;p68">
              <a:extLst>
                <a:ext uri="{FF2B5EF4-FFF2-40B4-BE49-F238E27FC236}">
                  <a16:creationId xmlns:a16="http://schemas.microsoft.com/office/drawing/2014/main" id="{91253E99-BDDB-4CC0-8D5D-25507DE210F7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27" name="Google Shape;2682;p68">
              <a:extLst>
                <a:ext uri="{FF2B5EF4-FFF2-40B4-BE49-F238E27FC236}">
                  <a16:creationId xmlns:a16="http://schemas.microsoft.com/office/drawing/2014/main" id="{9F0BE63A-5FD6-4B40-B6F3-8F92A1AE04E8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28" name="Google Shape;2683;p68">
              <a:extLst>
                <a:ext uri="{FF2B5EF4-FFF2-40B4-BE49-F238E27FC236}">
                  <a16:creationId xmlns:a16="http://schemas.microsoft.com/office/drawing/2014/main" id="{A725774D-442F-4E77-8595-284281954C0A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29" name="Google Shape;2684;p68">
              <a:extLst>
                <a:ext uri="{FF2B5EF4-FFF2-40B4-BE49-F238E27FC236}">
                  <a16:creationId xmlns:a16="http://schemas.microsoft.com/office/drawing/2014/main" id="{4B26D470-3F02-48E9-8FD1-559FD6A9E205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30" name="Google Shape;2685;p68">
              <a:extLst>
                <a:ext uri="{FF2B5EF4-FFF2-40B4-BE49-F238E27FC236}">
                  <a16:creationId xmlns:a16="http://schemas.microsoft.com/office/drawing/2014/main" id="{B7A512F1-4A6C-409E-BF97-C42947F64AC4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31" name="Google Shape;2686;p68">
              <a:extLst>
                <a:ext uri="{FF2B5EF4-FFF2-40B4-BE49-F238E27FC236}">
                  <a16:creationId xmlns:a16="http://schemas.microsoft.com/office/drawing/2014/main" id="{8CE37A94-F170-429D-A53B-F242A5D4866C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32" name="Google Shape;2687;p68">
              <a:extLst>
                <a:ext uri="{FF2B5EF4-FFF2-40B4-BE49-F238E27FC236}">
                  <a16:creationId xmlns:a16="http://schemas.microsoft.com/office/drawing/2014/main" id="{9E4419C9-4B9A-43CC-B416-5621A1B20CD7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33" name="Google Shape;2688;p68">
              <a:extLst>
                <a:ext uri="{FF2B5EF4-FFF2-40B4-BE49-F238E27FC236}">
                  <a16:creationId xmlns:a16="http://schemas.microsoft.com/office/drawing/2014/main" id="{5E0B5F26-1A64-445B-9542-A2A02A82AB70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34" name="Google Shape;2689;p68">
              <a:extLst>
                <a:ext uri="{FF2B5EF4-FFF2-40B4-BE49-F238E27FC236}">
                  <a16:creationId xmlns:a16="http://schemas.microsoft.com/office/drawing/2014/main" id="{B1FE462C-4F22-442E-851C-198B31A6D5FE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35" name="Google Shape;2690;p68">
              <a:extLst>
                <a:ext uri="{FF2B5EF4-FFF2-40B4-BE49-F238E27FC236}">
                  <a16:creationId xmlns:a16="http://schemas.microsoft.com/office/drawing/2014/main" id="{1494DCBA-F692-4EAD-81C5-0CC3BAAE2915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36" name="Google Shape;2691;p68">
              <a:extLst>
                <a:ext uri="{FF2B5EF4-FFF2-40B4-BE49-F238E27FC236}">
                  <a16:creationId xmlns:a16="http://schemas.microsoft.com/office/drawing/2014/main" id="{A3080A74-670A-418F-BDD8-7975B033176D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37" name="Google Shape;2692;p68">
              <a:extLst>
                <a:ext uri="{FF2B5EF4-FFF2-40B4-BE49-F238E27FC236}">
                  <a16:creationId xmlns:a16="http://schemas.microsoft.com/office/drawing/2014/main" id="{89F1B7D4-5CD6-4BF2-9463-9AB5A8AB6758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38" name="Google Shape;2693;p68">
              <a:extLst>
                <a:ext uri="{FF2B5EF4-FFF2-40B4-BE49-F238E27FC236}">
                  <a16:creationId xmlns:a16="http://schemas.microsoft.com/office/drawing/2014/main" id="{19B45EF1-5FF6-4234-9627-DD52A61A2D88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39" name="Google Shape;2694;p68">
              <a:extLst>
                <a:ext uri="{FF2B5EF4-FFF2-40B4-BE49-F238E27FC236}">
                  <a16:creationId xmlns:a16="http://schemas.microsoft.com/office/drawing/2014/main" id="{EEA75DD6-5231-455F-990E-77AD6A0F4E41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40" name="Google Shape;2695;p68">
              <a:extLst>
                <a:ext uri="{FF2B5EF4-FFF2-40B4-BE49-F238E27FC236}">
                  <a16:creationId xmlns:a16="http://schemas.microsoft.com/office/drawing/2014/main" id="{283F7A85-E7EF-4E5F-B7BB-8B04BBC83A33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41" name="Google Shape;2696;p68">
              <a:extLst>
                <a:ext uri="{FF2B5EF4-FFF2-40B4-BE49-F238E27FC236}">
                  <a16:creationId xmlns:a16="http://schemas.microsoft.com/office/drawing/2014/main" id="{A3DFDF70-951A-4DC0-8708-F5188091502E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42" name="Google Shape;2697;p68">
              <a:extLst>
                <a:ext uri="{FF2B5EF4-FFF2-40B4-BE49-F238E27FC236}">
                  <a16:creationId xmlns:a16="http://schemas.microsoft.com/office/drawing/2014/main" id="{A7718B64-E95A-4AB4-9D40-7A6EF4997600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43" name="Google Shape;2698;p68">
              <a:extLst>
                <a:ext uri="{FF2B5EF4-FFF2-40B4-BE49-F238E27FC236}">
                  <a16:creationId xmlns:a16="http://schemas.microsoft.com/office/drawing/2014/main" id="{3C4143DA-1489-4BB5-852F-35D2CE421783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44" name="Google Shape;2699;p68">
              <a:extLst>
                <a:ext uri="{FF2B5EF4-FFF2-40B4-BE49-F238E27FC236}">
                  <a16:creationId xmlns:a16="http://schemas.microsoft.com/office/drawing/2014/main" id="{435578AF-0E03-4E8D-9766-4191BA614AF3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45" name="Google Shape;2700;p68">
              <a:extLst>
                <a:ext uri="{FF2B5EF4-FFF2-40B4-BE49-F238E27FC236}">
                  <a16:creationId xmlns:a16="http://schemas.microsoft.com/office/drawing/2014/main" id="{B8324B83-475E-4C75-9B47-F5E6665B7B9F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46" name="Google Shape;2701;p68">
              <a:extLst>
                <a:ext uri="{FF2B5EF4-FFF2-40B4-BE49-F238E27FC236}">
                  <a16:creationId xmlns:a16="http://schemas.microsoft.com/office/drawing/2014/main" id="{8D7DF05A-ECFE-48D0-B731-EC707B8661DB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47" name="Google Shape;2702;p68">
              <a:extLst>
                <a:ext uri="{FF2B5EF4-FFF2-40B4-BE49-F238E27FC236}">
                  <a16:creationId xmlns:a16="http://schemas.microsoft.com/office/drawing/2014/main" id="{5BFF4A3F-FEAE-4C5B-B7EB-1F8C94CF9D9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48" name="Google Shape;2703;p68">
              <a:extLst>
                <a:ext uri="{FF2B5EF4-FFF2-40B4-BE49-F238E27FC236}">
                  <a16:creationId xmlns:a16="http://schemas.microsoft.com/office/drawing/2014/main" id="{A18F5802-BE78-47B4-8898-D4FC44A4E369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49" name="Google Shape;2704;p68">
              <a:extLst>
                <a:ext uri="{FF2B5EF4-FFF2-40B4-BE49-F238E27FC236}">
                  <a16:creationId xmlns:a16="http://schemas.microsoft.com/office/drawing/2014/main" id="{64442B62-71BA-4A01-AFD9-471A4A8DE037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50" name="Google Shape;2705;p68">
              <a:extLst>
                <a:ext uri="{FF2B5EF4-FFF2-40B4-BE49-F238E27FC236}">
                  <a16:creationId xmlns:a16="http://schemas.microsoft.com/office/drawing/2014/main" id="{1EF7092F-DDB7-480A-BEDD-E238373BB4AE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51" name="Google Shape;2706;p68">
              <a:extLst>
                <a:ext uri="{FF2B5EF4-FFF2-40B4-BE49-F238E27FC236}">
                  <a16:creationId xmlns:a16="http://schemas.microsoft.com/office/drawing/2014/main" id="{980B4F08-F91D-435F-8B88-56F00832FBC1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52" name="Google Shape;2707;p68">
              <a:extLst>
                <a:ext uri="{FF2B5EF4-FFF2-40B4-BE49-F238E27FC236}">
                  <a16:creationId xmlns:a16="http://schemas.microsoft.com/office/drawing/2014/main" id="{CF978C12-1ED7-4DC7-A8BA-52B4941F90CB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53" name="Google Shape;2708;p68">
              <a:extLst>
                <a:ext uri="{FF2B5EF4-FFF2-40B4-BE49-F238E27FC236}">
                  <a16:creationId xmlns:a16="http://schemas.microsoft.com/office/drawing/2014/main" id="{90054640-F327-4FC9-9187-1E989379643B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54" name="Google Shape;2709;p68">
              <a:extLst>
                <a:ext uri="{FF2B5EF4-FFF2-40B4-BE49-F238E27FC236}">
                  <a16:creationId xmlns:a16="http://schemas.microsoft.com/office/drawing/2014/main" id="{3BFFF11C-F511-41AF-9CC8-50001AE211C3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55" name="Google Shape;2710;p68">
              <a:extLst>
                <a:ext uri="{FF2B5EF4-FFF2-40B4-BE49-F238E27FC236}">
                  <a16:creationId xmlns:a16="http://schemas.microsoft.com/office/drawing/2014/main" id="{3E410EC4-7DDC-4A87-8C66-7D50191DC4A2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56" name="Google Shape;2711;p68">
              <a:extLst>
                <a:ext uri="{FF2B5EF4-FFF2-40B4-BE49-F238E27FC236}">
                  <a16:creationId xmlns:a16="http://schemas.microsoft.com/office/drawing/2014/main" id="{27D28830-2F39-435A-BFA9-295745D287C5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57" name="Google Shape;2712;p68">
              <a:extLst>
                <a:ext uri="{FF2B5EF4-FFF2-40B4-BE49-F238E27FC236}">
                  <a16:creationId xmlns:a16="http://schemas.microsoft.com/office/drawing/2014/main" id="{95F7FC37-AE96-47A9-BBE5-C87DFF2D108E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58" name="Google Shape;2713;p68">
              <a:extLst>
                <a:ext uri="{FF2B5EF4-FFF2-40B4-BE49-F238E27FC236}">
                  <a16:creationId xmlns:a16="http://schemas.microsoft.com/office/drawing/2014/main" id="{DA559085-3B15-4D90-90CA-2A0C726AA20E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59" name="Google Shape;2714;p68">
              <a:extLst>
                <a:ext uri="{FF2B5EF4-FFF2-40B4-BE49-F238E27FC236}">
                  <a16:creationId xmlns:a16="http://schemas.microsoft.com/office/drawing/2014/main" id="{872CA9F6-4960-4FCF-81ED-E962E460DB26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60" name="Google Shape;2715;p68">
              <a:extLst>
                <a:ext uri="{FF2B5EF4-FFF2-40B4-BE49-F238E27FC236}">
                  <a16:creationId xmlns:a16="http://schemas.microsoft.com/office/drawing/2014/main" id="{8FFD3AEF-BA03-418E-850B-19D1F64BEF94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61" name="Google Shape;2716;p68">
              <a:extLst>
                <a:ext uri="{FF2B5EF4-FFF2-40B4-BE49-F238E27FC236}">
                  <a16:creationId xmlns:a16="http://schemas.microsoft.com/office/drawing/2014/main" id="{F79A2976-E3F8-40EF-AFA5-C3B8D1E34CE4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62" name="Google Shape;2717;p68">
              <a:extLst>
                <a:ext uri="{FF2B5EF4-FFF2-40B4-BE49-F238E27FC236}">
                  <a16:creationId xmlns:a16="http://schemas.microsoft.com/office/drawing/2014/main" id="{C5CB92E4-B235-49FC-8A76-ABC33C3E073B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63" name="Google Shape;2718;p68">
              <a:extLst>
                <a:ext uri="{FF2B5EF4-FFF2-40B4-BE49-F238E27FC236}">
                  <a16:creationId xmlns:a16="http://schemas.microsoft.com/office/drawing/2014/main" id="{39B0937A-D628-4129-9616-5FECF1F51BFE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64" name="Google Shape;2719;p68">
              <a:extLst>
                <a:ext uri="{FF2B5EF4-FFF2-40B4-BE49-F238E27FC236}">
                  <a16:creationId xmlns:a16="http://schemas.microsoft.com/office/drawing/2014/main" id="{0DFBAC9B-DF21-470B-9D8F-E5B69C4C0A4E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65" name="Google Shape;2720;p68">
              <a:extLst>
                <a:ext uri="{FF2B5EF4-FFF2-40B4-BE49-F238E27FC236}">
                  <a16:creationId xmlns:a16="http://schemas.microsoft.com/office/drawing/2014/main" id="{2BDE59B7-ED51-45B0-B701-AD0BFEF62029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66" name="Google Shape;2721;p68">
              <a:extLst>
                <a:ext uri="{FF2B5EF4-FFF2-40B4-BE49-F238E27FC236}">
                  <a16:creationId xmlns:a16="http://schemas.microsoft.com/office/drawing/2014/main" id="{7FB6920A-821D-4562-993F-A4E54A952E05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67" name="Google Shape;2722;p68">
              <a:extLst>
                <a:ext uri="{FF2B5EF4-FFF2-40B4-BE49-F238E27FC236}">
                  <a16:creationId xmlns:a16="http://schemas.microsoft.com/office/drawing/2014/main" id="{85E1B09E-13E4-480A-B6F3-0E40FAF2019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68" name="Google Shape;2723;p68">
              <a:extLst>
                <a:ext uri="{FF2B5EF4-FFF2-40B4-BE49-F238E27FC236}">
                  <a16:creationId xmlns:a16="http://schemas.microsoft.com/office/drawing/2014/main" id="{A868A704-5A4F-4440-ADFE-461957ECBE2B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69" name="Google Shape;2724;p68">
              <a:extLst>
                <a:ext uri="{FF2B5EF4-FFF2-40B4-BE49-F238E27FC236}">
                  <a16:creationId xmlns:a16="http://schemas.microsoft.com/office/drawing/2014/main" id="{6BC103B7-1AD8-431B-84BA-286BF868589C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70" name="Google Shape;2725;p68">
              <a:extLst>
                <a:ext uri="{FF2B5EF4-FFF2-40B4-BE49-F238E27FC236}">
                  <a16:creationId xmlns:a16="http://schemas.microsoft.com/office/drawing/2014/main" id="{71B0BEFC-7EA4-4EAA-ACF1-11813FC47098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71" name="Google Shape;2726;p68">
              <a:extLst>
                <a:ext uri="{FF2B5EF4-FFF2-40B4-BE49-F238E27FC236}">
                  <a16:creationId xmlns:a16="http://schemas.microsoft.com/office/drawing/2014/main" id="{9A1B4B74-29C2-4A0D-8A02-27AEE53A87D8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72" name="Google Shape;2727;p68">
              <a:extLst>
                <a:ext uri="{FF2B5EF4-FFF2-40B4-BE49-F238E27FC236}">
                  <a16:creationId xmlns:a16="http://schemas.microsoft.com/office/drawing/2014/main" id="{8F99C718-34C0-4C0F-BD85-834B1B81AF4E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73" name="Google Shape;2728;p68">
              <a:extLst>
                <a:ext uri="{FF2B5EF4-FFF2-40B4-BE49-F238E27FC236}">
                  <a16:creationId xmlns:a16="http://schemas.microsoft.com/office/drawing/2014/main" id="{1604FCA0-60F2-41ED-B5EF-6379E3C303F4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74" name="Google Shape;2729;p68">
              <a:extLst>
                <a:ext uri="{FF2B5EF4-FFF2-40B4-BE49-F238E27FC236}">
                  <a16:creationId xmlns:a16="http://schemas.microsoft.com/office/drawing/2014/main" id="{F2719613-BAEC-40EC-AA88-31C431CD983C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75" name="Google Shape;2730;p68">
              <a:extLst>
                <a:ext uri="{FF2B5EF4-FFF2-40B4-BE49-F238E27FC236}">
                  <a16:creationId xmlns:a16="http://schemas.microsoft.com/office/drawing/2014/main" id="{9CD27DBE-124C-4EA1-A83E-F4BF454A3AFA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76" name="Google Shape;2731;p68">
              <a:extLst>
                <a:ext uri="{FF2B5EF4-FFF2-40B4-BE49-F238E27FC236}">
                  <a16:creationId xmlns:a16="http://schemas.microsoft.com/office/drawing/2014/main" id="{FF4F5304-8D5B-4CD6-BF6C-47162868A2D7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77" name="Google Shape;2732;p68">
              <a:extLst>
                <a:ext uri="{FF2B5EF4-FFF2-40B4-BE49-F238E27FC236}">
                  <a16:creationId xmlns:a16="http://schemas.microsoft.com/office/drawing/2014/main" id="{A9CDEA45-439A-49B3-839A-DCBDA5DF65B9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78" name="Google Shape;2733;p68">
              <a:extLst>
                <a:ext uri="{FF2B5EF4-FFF2-40B4-BE49-F238E27FC236}">
                  <a16:creationId xmlns:a16="http://schemas.microsoft.com/office/drawing/2014/main" id="{8ED75CE9-9B3C-47E9-9BE2-98C047A7A96A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79" name="Google Shape;2734;p68">
              <a:extLst>
                <a:ext uri="{FF2B5EF4-FFF2-40B4-BE49-F238E27FC236}">
                  <a16:creationId xmlns:a16="http://schemas.microsoft.com/office/drawing/2014/main" id="{4465F772-D0BB-4BB1-ACEC-9A307475FA48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80" name="Google Shape;2735;p68">
              <a:extLst>
                <a:ext uri="{FF2B5EF4-FFF2-40B4-BE49-F238E27FC236}">
                  <a16:creationId xmlns:a16="http://schemas.microsoft.com/office/drawing/2014/main" id="{7AB2A380-7AE6-4243-81BF-4C0C2BEF3091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81" name="Google Shape;2736;p68">
              <a:extLst>
                <a:ext uri="{FF2B5EF4-FFF2-40B4-BE49-F238E27FC236}">
                  <a16:creationId xmlns:a16="http://schemas.microsoft.com/office/drawing/2014/main" id="{C5D27D23-82B5-4C5E-95A7-56664827A659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82" name="Google Shape;2737;p68">
              <a:extLst>
                <a:ext uri="{FF2B5EF4-FFF2-40B4-BE49-F238E27FC236}">
                  <a16:creationId xmlns:a16="http://schemas.microsoft.com/office/drawing/2014/main" id="{50B162E2-2A87-444E-9D49-E2EAFD69CBE5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83" name="Google Shape;2738;p68">
              <a:extLst>
                <a:ext uri="{FF2B5EF4-FFF2-40B4-BE49-F238E27FC236}">
                  <a16:creationId xmlns:a16="http://schemas.microsoft.com/office/drawing/2014/main" id="{3CE37EF5-C6C6-4045-92EA-3A2306FAAF81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84" name="Google Shape;2739;p68">
              <a:extLst>
                <a:ext uri="{FF2B5EF4-FFF2-40B4-BE49-F238E27FC236}">
                  <a16:creationId xmlns:a16="http://schemas.microsoft.com/office/drawing/2014/main" id="{145174B8-54C5-452C-BF0C-7FE54CACB87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85" name="Google Shape;2740;p68">
              <a:extLst>
                <a:ext uri="{FF2B5EF4-FFF2-40B4-BE49-F238E27FC236}">
                  <a16:creationId xmlns:a16="http://schemas.microsoft.com/office/drawing/2014/main" id="{5865C51F-1285-41B7-AF2A-CF01721E0003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86" name="Google Shape;2741;p68">
              <a:extLst>
                <a:ext uri="{FF2B5EF4-FFF2-40B4-BE49-F238E27FC236}">
                  <a16:creationId xmlns:a16="http://schemas.microsoft.com/office/drawing/2014/main" id="{8AA12A14-BAF0-4F56-800A-AEAFE1B1ADE8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87" name="Google Shape;2742;p68">
              <a:extLst>
                <a:ext uri="{FF2B5EF4-FFF2-40B4-BE49-F238E27FC236}">
                  <a16:creationId xmlns:a16="http://schemas.microsoft.com/office/drawing/2014/main" id="{7A81B87A-4EE4-48D7-817A-87017FE62717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88" name="Google Shape;2743;p68">
              <a:extLst>
                <a:ext uri="{FF2B5EF4-FFF2-40B4-BE49-F238E27FC236}">
                  <a16:creationId xmlns:a16="http://schemas.microsoft.com/office/drawing/2014/main" id="{FDF72E4F-FE4F-4451-ACFB-FCFDCDD61A65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89" name="Google Shape;2744;p68">
              <a:extLst>
                <a:ext uri="{FF2B5EF4-FFF2-40B4-BE49-F238E27FC236}">
                  <a16:creationId xmlns:a16="http://schemas.microsoft.com/office/drawing/2014/main" id="{EA2138A6-90FE-40AF-B6BA-DEB54C75CC36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90" name="Google Shape;2745;p68">
              <a:extLst>
                <a:ext uri="{FF2B5EF4-FFF2-40B4-BE49-F238E27FC236}">
                  <a16:creationId xmlns:a16="http://schemas.microsoft.com/office/drawing/2014/main" id="{071C820F-285E-4A93-88FD-222268FF6B14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91" name="Google Shape;2746;p68">
              <a:extLst>
                <a:ext uri="{FF2B5EF4-FFF2-40B4-BE49-F238E27FC236}">
                  <a16:creationId xmlns:a16="http://schemas.microsoft.com/office/drawing/2014/main" id="{FD3FCFBB-82F7-4B22-93E7-60E46082903B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92" name="Google Shape;2747;p68">
              <a:extLst>
                <a:ext uri="{FF2B5EF4-FFF2-40B4-BE49-F238E27FC236}">
                  <a16:creationId xmlns:a16="http://schemas.microsoft.com/office/drawing/2014/main" id="{52874CD9-6037-4752-98E7-399A5A2ACD9B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93" name="Google Shape;2748;p68">
              <a:extLst>
                <a:ext uri="{FF2B5EF4-FFF2-40B4-BE49-F238E27FC236}">
                  <a16:creationId xmlns:a16="http://schemas.microsoft.com/office/drawing/2014/main" id="{D3D6CE76-26E7-4CF6-9704-FAD878DB23D4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94" name="Google Shape;2749;p68">
              <a:extLst>
                <a:ext uri="{FF2B5EF4-FFF2-40B4-BE49-F238E27FC236}">
                  <a16:creationId xmlns:a16="http://schemas.microsoft.com/office/drawing/2014/main" id="{E4A190A8-6884-40E8-90E1-2E1A92C92736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95" name="Google Shape;2750;p68">
              <a:extLst>
                <a:ext uri="{FF2B5EF4-FFF2-40B4-BE49-F238E27FC236}">
                  <a16:creationId xmlns:a16="http://schemas.microsoft.com/office/drawing/2014/main" id="{65220C1C-562D-413B-AC77-A59A50FB79DE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96" name="Google Shape;2751;p68">
              <a:extLst>
                <a:ext uri="{FF2B5EF4-FFF2-40B4-BE49-F238E27FC236}">
                  <a16:creationId xmlns:a16="http://schemas.microsoft.com/office/drawing/2014/main" id="{D37BB375-2F76-4218-853B-5C7FB2528DB3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97" name="Google Shape;2752;p68">
              <a:extLst>
                <a:ext uri="{FF2B5EF4-FFF2-40B4-BE49-F238E27FC236}">
                  <a16:creationId xmlns:a16="http://schemas.microsoft.com/office/drawing/2014/main" id="{1CE2C3E2-04C4-4476-B23C-205F091F3E8E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98" name="Google Shape;2753;p68">
              <a:extLst>
                <a:ext uri="{FF2B5EF4-FFF2-40B4-BE49-F238E27FC236}">
                  <a16:creationId xmlns:a16="http://schemas.microsoft.com/office/drawing/2014/main" id="{85E6B2E9-7CA1-42CD-BD47-88021E71FA45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199" name="Google Shape;2754;p68">
              <a:extLst>
                <a:ext uri="{FF2B5EF4-FFF2-40B4-BE49-F238E27FC236}">
                  <a16:creationId xmlns:a16="http://schemas.microsoft.com/office/drawing/2014/main" id="{B180F095-99D8-4691-B9D8-23E1E00BD2FA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00" name="Google Shape;2755;p68">
              <a:extLst>
                <a:ext uri="{FF2B5EF4-FFF2-40B4-BE49-F238E27FC236}">
                  <a16:creationId xmlns:a16="http://schemas.microsoft.com/office/drawing/2014/main" id="{D3CBC26C-8853-45DC-B2C7-7B0F2BFCF4C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01" name="Google Shape;2756;p68">
              <a:extLst>
                <a:ext uri="{FF2B5EF4-FFF2-40B4-BE49-F238E27FC236}">
                  <a16:creationId xmlns:a16="http://schemas.microsoft.com/office/drawing/2014/main" id="{373FD374-65B7-408C-AF7E-EA6C8CBAFDAF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02" name="Google Shape;2757;p68">
              <a:extLst>
                <a:ext uri="{FF2B5EF4-FFF2-40B4-BE49-F238E27FC236}">
                  <a16:creationId xmlns:a16="http://schemas.microsoft.com/office/drawing/2014/main" id="{DB96F2D6-8AE4-41F9-BD71-B2B7802560DE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03" name="Google Shape;2758;p68">
              <a:extLst>
                <a:ext uri="{FF2B5EF4-FFF2-40B4-BE49-F238E27FC236}">
                  <a16:creationId xmlns:a16="http://schemas.microsoft.com/office/drawing/2014/main" id="{46F08982-63E1-495A-8488-53CA0328F9F6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04" name="Google Shape;2759;p68">
              <a:extLst>
                <a:ext uri="{FF2B5EF4-FFF2-40B4-BE49-F238E27FC236}">
                  <a16:creationId xmlns:a16="http://schemas.microsoft.com/office/drawing/2014/main" id="{5094A0DD-980A-4801-8FF7-74B3B1A96A19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05" name="Google Shape;2760;p68">
              <a:extLst>
                <a:ext uri="{FF2B5EF4-FFF2-40B4-BE49-F238E27FC236}">
                  <a16:creationId xmlns:a16="http://schemas.microsoft.com/office/drawing/2014/main" id="{D1F7EDD6-5145-44AF-BD0C-8149BD4EFB7D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06" name="Google Shape;2761;p68">
              <a:extLst>
                <a:ext uri="{FF2B5EF4-FFF2-40B4-BE49-F238E27FC236}">
                  <a16:creationId xmlns:a16="http://schemas.microsoft.com/office/drawing/2014/main" id="{812377A4-3360-49D7-A8C4-DBFB65D769A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07" name="Google Shape;2762;p68">
              <a:extLst>
                <a:ext uri="{FF2B5EF4-FFF2-40B4-BE49-F238E27FC236}">
                  <a16:creationId xmlns:a16="http://schemas.microsoft.com/office/drawing/2014/main" id="{5E0663DD-76D2-41B1-8408-4383254162EA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08" name="Google Shape;2763;p68">
              <a:extLst>
                <a:ext uri="{FF2B5EF4-FFF2-40B4-BE49-F238E27FC236}">
                  <a16:creationId xmlns:a16="http://schemas.microsoft.com/office/drawing/2014/main" id="{B4420E42-485D-4BAB-837A-394676616C2B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09" name="Google Shape;2764;p68">
              <a:extLst>
                <a:ext uri="{FF2B5EF4-FFF2-40B4-BE49-F238E27FC236}">
                  <a16:creationId xmlns:a16="http://schemas.microsoft.com/office/drawing/2014/main" id="{D06B9F46-D1AC-4E29-8244-D391483E69B2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10" name="Google Shape;2765;p68">
              <a:extLst>
                <a:ext uri="{FF2B5EF4-FFF2-40B4-BE49-F238E27FC236}">
                  <a16:creationId xmlns:a16="http://schemas.microsoft.com/office/drawing/2014/main" id="{D8F1C0E1-5408-4C48-8D55-1117889790B9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11" name="Google Shape;2766;p68">
              <a:extLst>
                <a:ext uri="{FF2B5EF4-FFF2-40B4-BE49-F238E27FC236}">
                  <a16:creationId xmlns:a16="http://schemas.microsoft.com/office/drawing/2014/main" id="{DF005EE2-24AE-44B2-AA34-D5EBC7BDC731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12" name="Google Shape;2767;p68">
              <a:extLst>
                <a:ext uri="{FF2B5EF4-FFF2-40B4-BE49-F238E27FC236}">
                  <a16:creationId xmlns:a16="http://schemas.microsoft.com/office/drawing/2014/main" id="{8B9BFED0-C76B-4CF6-9606-A41BBA2F7FD9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13" name="Google Shape;2768;p68">
              <a:extLst>
                <a:ext uri="{FF2B5EF4-FFF2-40B4-BE49-F238E27FC236}">
                  <a16:creationId xmlns:a16="http://schemas.microsoft.com/office/drawing/2014/main" id="{E99403C4-8E13-4788-BD3F-77A5F7893668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14" name="Google Shape;2769;p68">
              <a:extLst>
                <a:ext uri="{FF2B5EF4-FFF2-40B4-BE49-F238E27FC236}">
                  <a16:creationId xmlns:a16="http://schemas.microsoft.com/office/drawing/2014/main" id="{EA44E008-24A7-4FB3-8A1F-FBD69BB62326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15" name="Google Shape;2770;p68">
              <a:extLst>
                <a:ext uri="{FF2B5EF4-FFF2-40B4-BE49-F238E27FC236}">
                  <a16:creationId xmlns:a16="http://schemas.microsoft.com/office/drawing/2014/main" id="{15222671-CAF6-4A24-9624-E640BC83F314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16" name="Google Shape;2771;p68">
              <a:extLst>
                <a:ext uri="{FF2B5EF4-FFF2-40B4-BE49-F238E27FC236}">
                  <a16:creationId xmlns:a16="http://schemas.microsoft.com/office/drawing/2014/main" id="{B488B0CF-16FF-4864-A98E-FF34A303EA4A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17" name="Google Shape;2772;p68">
              <a:extLst>
                <a:ext uri="{FF2B5EF4-FFF2-40B4-BE49-F238E27FC236}">
                  <a16:creationId xmlns:a16="http://schemas.microsoft.com/office/drawing/2014/main" id="{D9BB6E80-944E-433A-8ABB-0421AE710629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18" name="Google Shape;2773;p68">
              <a:extLst>
                <a:ext uri="{FF2B5EF4-FFF2-40B4-BE49-F238E27FC236}">
                  <a16:creationId xmlns:a16="http://schemas.microsoft.com/office/drawing/2014/main" id="{E77C19C6-23A0-4558-A808-3ED859647EF3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19" name="Google Shape;2774;p68">
              <a:extLst>
                <a:ext uri="{FF2B5EF4-FFF2-40B4-BE49-F238E27FC236}">
                  <a16:creationId xmlns:a16="http://schemas.microsoft.com/office/drawing/2014/main" id="{0E32972D-5F86-4B87-ACE0-6448BDBD6853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20" name="Google Shape;2775;p68">
              <a:extLst>
                <a:ext uri="{FF2B5EF4-FFF2-40B4-BE49-F238E27FC236}">
                  <a16:creationId xmlns:a16="http://schemas.microsoft.com/office/drawing/2014/main" id="{73CB409B-AA77-40D0-A194-6F59CF04B27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21" name="Google Shape;2776;p68">
              <a:extLst>
                <a:ext uri="{FF2B5EF4-FFF2-40B4-BE49-F238E27FC236}">
                  <a16:creationId xmlns:a16="http://schemas.microsoft.com/office/drawing/2014/main" id="{DB1DD8FB-230C-4571-959E-915EF92F0CCF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22" name="Google Shape;2777;p68">
              <a:extLst>
                <a:ext uri="{FF2B5EF4-FFF2-40B4-BE49-F238E27FC236}">
                  <a16:creationId xmlns:a16="http://schemas.microsoft.com/office/drawing/2014/main" id="{9C964942-DDFE-4DCB-A318-84BFF10A3573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23" name="Google Shape;2778;p68">
              <a:extLst>
                <a:ext uri="{FF2B5EF4-FFF2-40B4-BE49-F238E27FC236}">
                  <a16:creationId xmlns:a16="http://schemas.microsoft.com/office/drawing/2014/main" id="{33E25597-0DF7-4623-89EF-9A4E8E51F6C6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24" name="Google Shape;2779;p68">
              <a:extLst>
                <a:ext uri="{FF2B5EF4-FFF2-40B4-BE49-F238E27FC236}">
                  <a16:creationId xmlns:a16="http://schemas.microsoft.com/office/drawing/2014/main" id="{D5D8074C-90F6-4E87-937C-54D23A1D4D62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25" name="Google Shape;2780;p68">
              <a:extLst>
                <a:ext uri="{FF2B5EF4-FFF2-40B4-BE49-F238E27FC236}">
                  <a16:creationId xmlns:a16="http://schemas.microsoft.com/office/drawing/2014/main" id="{67F33B41-327E-4CA4-B742-C92617F328F1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26" name="Google Shape;2781;p68">
              <a:extLst>
                <a:ext uri="{FF2B5EF4-FFF2-40B4-BE49-F238E27FC236}">
                  <a16:creationId xmlns:a16="http://schemas.microsoft.com/office/drawing/2014/main" id="{B3265951-F279-47D7-BF6C-62EA30930F9B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27" name="Google Shape;2782;p68">
              <a:extLst>
                <a:ext uri="{FF2B5EF4-FFF2-40B4-BE49-F238E27FC236}">
                  <a16:creationId xmlns:a16="http://schemas.microsoft.com/office/drawing/2014/main" id="{161B67E6-F603-4345-A285-DD1AEF9E5E06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28" name="Google Shape;2783;p68">
              <a:extLst>
                <a:ext uri="{FF2B5EF4-FFF2-40B4-BE49-F238E27FC236}">
                  <a16:creationId xmlns:a16="http://schemas.microsoft.com/office/drawing/2014/main" id="{6BC7D3E1-F6A0-45FF-A35F-02E02020E07F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29" name="Google Shape;2784;p68">
              <a:extLst>
                <a:ext uri="{FF2B5EF4-FFF2-40B4-BE49-F238E27FC236}">
                  <a16:creationId xmlns:a16="http://schemas.microsoft.com/office/drawing/2014/main" id="{72238B28-E931-4265-A2DD-C28E960B8D0C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30" name="Google Shape;2785;p68">
              <a:extLst>
                <a:ext uri="{FF2B5EF4-FFF2-40B4-BE49-F238E27FC236}">
                  <a16:creationId xmlns:a16="http://schemas.microsoft.com/office/drawing/2014/main" id="{A0829F39-29EB-4AD4-A9B1-225B1844DD55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31" name="Google Shape;2786;p68">
              <a:extLst>
                <a:ext uri="{FF2B5EF4-FFF2-40B4-BE49-F238E27FC236}">
                  <a16:creationId xmlns:a16="http://schemas.microsoft.com/office/drawing/2014/main" id="{069384BB-90BC-4E14-B8BB-AE96E391D8F2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32" name="Google Shape;2787;p68">
              <a:extLst>
                <a:ext uri="{FF2B5EF4-FFF2-40B4-BE49-F238E27FC236}">
                  <a16:creationId xmlns:a16="http://schemas.microsoft.com/office/drawing/2014/main" id="{CB06B6BA-16A0-4D70-B2A4-8696B6BC5366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33" name="Google Shape;2788;p68">
              <a:extLst>
                <a:ext uri="{FF2B5EF4-FFF2-40B4-BE49-F238E27FC236}">
                  <a16:creationId xmlns:a16="http://schemas.microsoft.com/office/drawing/2014/main" id="{D97E81A2-D3D3-4056-B6F7-73FDD647F50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34" name="Google Shape;2789;p68">
              <a:extLst>
                <a:ext uri="{FF2B5EF4-FFF2-40B4-BE49-F238E27FC236}">
                  <a16:creationId xmlns:a16="http://schemas.microsoft.com/office/drawing/2014/main" id="{2220B26E-EABC-48A8-9083-3F0B2CD89C42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35" name="Google Shape;2790;p68">
              <a:extLst>
                <a:ext uri="{FF2B5EF4-FFF2-40B4-BE49-F238E27FC236}">
                  <a16:creationId xmlns:a16="http://schemas.microsoft.com/office/drawing/2014/main" id="{184BACB9-8821-43A0-846C-B387088342D4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36" name="Google Shape;2791;p68">
              <a:extLst>
                <a:ext uri="{FF2B5EF4-FFF2-40B4-BE49-F238E27FC236}">
                  <a16:creationId xmlns:a16="http://schemas.microsoft.com/office/drawing/2014/main" id="{84877F18-5C70-49E8-AFC1-11E194505274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37" name="Google Shape;2792;p68">
              <a:extLst>
                <a:ext uri="{FF2B5EF4-FFF2-40B4-BE49-F238E27FC236}">
                  <a16:creationId xmlns:a16="http://schemas.microsoft.com/office/drawing/2014/main" id="{B02959E4-F6C5-4154-99B5-3A718E529D04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38" name="Google Shape;2793;p68">
              <a:extLst>
                <a:ext uri="{FF2B5EF4-FFF2-40B4-BE49-F238E27FC236}">
                  <a16:creationId xmlns:a16="http://schemas.microsoft.com/office/drawing/2014/main" id="{2045BA92-75C8-4565-86B0-5CF0349F3521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39" name="Google Shape;2794;p68">
              <a:extLst>
                <a:ext uri="{FF2B5EF4-FFF2-40B4-BE49-F238E27FC236}">
                  <a16:creationId xmlns:a16="http://schemas.microsoft.com/office/drawing/2014/main" id="{FF45AD21-E42D-41E9-9568-A430509CB796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40" name="Google Shape;2795;p68">
              <a:extLst>
                <a:ext uri="{FF2B5EF4-FFF2-40B4-BE49-F238E27FC236}">
                  <a16:creationId xmlns:a16="http://schemas.microsoft.com/office/drawing/2014/main" id="{B155AA2B-591E-400D-BA71-6AEA37E8A65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41" name="Google Shape;2796;p68">
              <a:extLst>
                <a:ext uri="{FF2B5EF4-FFF2-40B4-BE49-F238E27FC236}">
                  <a16:creationId xmlns:a16="http://schemas.microsoft.com/office/drawing/2014/main" id="{1157E391-12D6-40C0-8EA4-1DB026B066A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42" name="Google Shape;2797;p68">
              <a:extLst>
                <a:ext uri="{FF2B5EF4-FFF2-40B4-BE49-F238E27FC236}">
                  <a16:creationId xmlns:a16="http://schemas.microsoft.com/office/drawing/2014/main" id="{ABE45BA8-1A2E-4F4D-B270-74A0F789082B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43" name="Google Shape;2798;p68">
              <a:extLst>
                <a:ext uri="{FF2B5EF4-FFF2-40B4-BE49-F238E27FC236}">
                  <a16:creationId xmlns:a16="http://schemas.microsoft.com/office/drawing/2014/main" id="{B521BFCB-DCFE-4C3B-917E-B0B8EAA0169D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44" name="Google Shape;2799;p68">
              <a:extLst>
                <a:ext uri="{FF2B5EF4-FFF2-40B4-BE49-F238E27FC236}">
                  <a16:creationId xmlns:a16="http://schemas.microsoft.com/office/drawing/2014/main" id="{93A84AA3-ACBF-4966-B135-A772E7145132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45" name="Google Shape;2800;p68">
              <a:extLst>
                <a:ext uri="{FF2B5EF4-FFF2-40B4-BE49-F238E27FC236}">
                  <a16:creationId xmlns:a16="http://schemas.microsoft.com/office/drawing/2014/main" id="{563A2A6F-BF3E-4FA4-862D-4FDD4F5D9350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46" name="Google Shape;2801;p68">
              <a:extLst>
                <a:ext uri="{FF2B5EF4-FFF2-40B4-BE49-F238E27FC236}">
                  <a16:creationId xmlns:a16="http://schemas.microsoft.com/office/drawing/2014/main" id="{1F7FBE82-2DD5-41D1-ACE1-C5DEF13C5B5B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47" name="Google Shape;2802;p68">
              <a:extLst>
                <a:ext uri="{FF2B5EF4-FFF2-40B4-BE49-F238E27FC236}">
                  <a16:creationId xmlns:a16="http://schemas.microsoft.com/office/drawing/2014/main" id="{85AC8A13-FB8D-42F3-9BC2-C2050B376082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48" name="Google Shape;2803;p68">
              <a:extLst>
                <a:ext uri="{FF2B5EF4-FFF2-40B4-BE49-F238E27FC236}">
                  <a16:creationId xmlns:a16="http://schemas.microsoft.com/office/drawing/2014/main" id="{E16722E4-B29D-410C-A874-D1926A139753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49" name="Google Shape;2804;p68">
              <a:extLst>
                <a:ext uri="{FF2B5EF4-FFF2-40B4-BE49-F238E27FC236}">
                  <a16:creationId xmlns:a16="http://schemas.microsoft.com/office/drawing/2014/main" id="{6521CBFA-545D-45F7-9A3F-1D72181E0AEE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50" name="Google Shape;2805;p68">
              <a:extLst>
                <a:ext uri="{FF2B5EF4-FFF2-40B4-BE49-F238E27FC236}">
                  <a16:creationId xmlns:a16="http://schemas.microsoft.com/office/drawing/2014/main" id="{C107DBBE-0C51-46B1-B41E-D8F40F00B0C2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51" name="Google Shape;2806;p68">
              <a:extLst>
                <a:ext uri="{FF2B5EF4-FFF2-40B4-BE49-F238E27FC236}">
                  <a16:creationId xmlns:a16="http://schemas.microsoft.com/office/drawing/2014/main" id="{C0FA8A76-DF9C-4CD3-93CE-B0E0F2A23E52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52" name="Google Shape;2807;p68">
              <a:extLst>
                <a:ext uri="{FF2B5EF4-FFF2-40B4-BE49-F238E27FC236}">
                  <a16:creationId xmlns:a16="http://schemas.microsoft.com/office/drawing/2014/main" id="{4B7CC2EF-1050-47E5-B101-3102671A50E5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53" name="Google Shape;2808;p68">
              <a:extLst>
                <a:ext uri="{FF2B5EF4-FFF2-40B4-BE49-F238E27FC236}">
                  <a16:creationId xmlns:a16="http://schemas.microsoft.com/office/drawing/2014/main" id="{275A6319-0146-4C74-B630-452A6BA671BC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54" name="Google Shape;2809;p68">
              <a:extLst>
                <a:ext uri="{FF2B5EF4-FFF2-40B4-BE49-F238E27FC236}">
                  <a16:creationId xmlns:a16="http://schemas.microsoft.com/office/drawing/2014/main" id="{412B91EA-4F83-4CB2-B9EA-6E6AE461630E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55" name="Google Shape;2810;p68">
              <a:extLst>
                <a:ext uri="{FF2B5EF4-FFF2-40B4-BE49-F238E27FC236}">
                  <a16:creationId xmlns:a16="http://schemas.microsoft.com/office/drawing/2014/main" id="{1EC000E8-6D5A-4059-8C69-8C62D296062F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56" name="Google Shape;2811;p68">
              <a:extLst>
                <a:ext uri="{FF2B5EF4-FFF2-40B4-BE49-F238E27FC236}">
                  <a16:creationId xmlns:a16="http://schemas.microsoft.com/office/drawing/2014/main" id="{3E26B980-700A-4529-88BB-116E799E1F8F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57" name="Google Shape;2812;p68">
              <a:extLst>
                <a:ext uri="{FF2B5EF4-FFF2-40B4-BE49-F238E27FC236}">
                  <a16:creationId xmlns:a16="http://schemas.microsoft.com/office/drawing/2014/main" id="{5312256D-269C-46FD-AAA8-F19A2B781886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58" name="Google Shape;2813;p68">
              <a:extLst>
                <a:ext uri="{FF2B5EF4-FFF2-40B4-BE49-F238E27FC236}">
                  <a16:creationId xmlns:a16="http://schemas.microsoft.com/office/drawing/2014/main" id="{215E260D-29F8-4C37-8E5D-0D2A94789CC2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59" name="Google Shape;2814;p68">
              <a:extLst>
                <a:ext uri="{FF2B5EF4-FFF2-40B4-BE49-F238E27FC236}">
                  <a16:creationId xmlns:a16="http://schemas.microsoft.com/office/drawing/2014/main" id="{BC6AFE97-9189-4E3C-9DDD-5099BC7D3BE6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60" name="Google Shape;2815;p68">
              <a:extLst>
                <a:ext uri="{FF2B5EF4-FFF2-40B4-BE49-F238E27FC236}">
                  <a16:creationId xmlns:a16="http://schemas.microsoft.com/office/drawing/2014/main" id="{4555F644-E8BF-48F4-8247-57C9AE010535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61" name="Google Shape;2816;p68">
              <a:extLst>
                <a:ext uri="{FF2B5EF4-FFF2-40B4-BE49-F238E27FC236}">
                  <a16:creationId xmlns:a16="http://schemas.microsoft.com/office/drawing/2014/main" id="{D295CA80-2A00-4F04-9D6F-229E76F1AA42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62" name="Google Shape;2817;p68">
              <a:extLst>
                <a:ext uri="{FF2B5EF4-FFF2-40B4-BE49-F238E27FC236}">
                  <a16:creationId xmlns:a16="http://schemas.microsoft.com/office/drawing/2014/main" id="{1305A355-111A-4DDC-B1C5-39A6B1C94CE6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63" name="Google Shape;2818;p68">
              <a:extLst>
                <a:ext uri="{FF2B5EF4-FFF2-40B4-BE49-F238E27FC236}">
                  <a16:creationId xmlns:a16="http://schemas.microsoft.com/office/drawing/2014/main" id="{A49F56E9-9E3B-4DD2-B7E4-910A841975C8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64" name="Google Shape;2819;p68">
              <a:extLst>
                <a:ext uri="{FF2B5EF4-FFF2-40B4-BE49-F238E27FC236}">
                  <a16:creationId xmlns:a16="http://schemas.microsoft.com/office/drawing/2014/main" id="{B7C32CE3-E787-462A-A2A7-93D0BAF18F7E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65" name="Google Shape;2820;p68">
              <a:extLst>
                <a:ext uri="{FF2B5EF4-FFF2-40B4-BE49-F238E27FC236}">
                  <a16:creationId xmlns:a16="http://schemas.microsoft.com/office/drawing/2014/main" id="{7DD3EA9A-5741-4C77-990E-1809D6C84D26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66" name="Google Shape;2821;p68">
              <a:extLst>
                <a:ext uri="{FF2B5EF4-FFF2-40B4-BE49-F238E27FC236}">
                  <a16:creationId xmlns:a16="http://schemas.microsoft.com/office/drawing/2014/main" id="{C7B33C39-CF2C-4EA3-B7E4-7C3B9793829A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67" name="Google Shape;2822;p68">
              <a:extLst>
                <a:ext uri="{FF2B5EF4-FFF2-40B4-BE49-F238E27FC236}">
                  <a16:creationId xmlns:a16="http://schemas.microsoft.com/office/drawing/2014/main" id="{18FC5707-1414-418E-95F5-DE7A1BDF041A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68" name="Google Shape;2823;p68">
              <a:extLst>
                <a:ext uri="{FF2B5EF4-FFF2-40B4-BE49-F238E27FC236}">
                  <a16:creationId xmlns:a16="http://schemas.microsoft.com/office/drawing/2014/main" id="{6EF91C82-A250-4E9D-A0A8-2A0D2ACE151A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69" name="Google Shape;2824;p68">
              <a:extLst>
                <a:ext uri="{FF2B5EF4-FFF2-40B4-BE49-F238E27FC236}">
                  <a16:creationId xmlns:a16="http://schemas.microsoft.com/office/drawing/2014/main" id="{C2D0CA28-D747-413D-BEBC-12CF090275A9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70" name="Google Shape;2825;p68">
              <a:extLst>
                <a:ext uri="{FF2B5EF4-FFF2-40B4-BE49-F238E27FC236}">
                  <a16:creationId xmlns:a16="http://schemas.microsoft.com/office/drawing/2014/main" id="{C5FD4604-64FB-40E5-A44D-B44B97B4DE5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71" name="Google Shape;2826;p68">
              <a:extLst>
                <a:ext uri="{FF2B5EF4-FFF2-40B4-BE49-F238E27FC236}">
                  <a16:creationId xmlns:a16="http://schemas.microsoft.com/office/drawing/2014/main" id="{626B6D36-6492-45D8-B001-18C30E7E4E0E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72" name="Google Shape;2827;p68">
              <a:extLst>
                <a:ext uri="{FF2B5EF4-FFF2-40B4-BE49-F238E27FC236}">
                  <a16:creationId xmlns:a16="http://schemas.microsoft.com/office/drawing/2014/main" id="{30B956FD-7B53-4565-8EA3-5AB440CB72DA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73" name="Google Shape;2828;p68">
              <a:extLst>
                <a:ext uri="{FF2B5EF4-FFF2-40B4-BE49-F238E27FC236}">
                  <a16:creationId xmlns:a16="http://schemas.microsoft.com/office/drawing/2014/main" id="{BABF85CA-59BB-4634-B183-7A36971A52DC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74" name="Google Shape;2829;p68">
              <a:extLst>
                <a:ext uri="{FF2B5EF4-FFF2-40B4-BE49-F238E27FC236}">
                  <a16:creationId xmlns:a16="http://schemas.microsoft.com/office/drawing/2014/main" id="{4AE57BB5-DF5E-4634-92FB-A99476E35897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75" name="Google Shape;2830;p68">
              <a:extLst>
                <a:ext uri="{FF2B5EF4-FFF2-40B4-BE49-F238E27FC236}">
                  <a16:creationId xmlns:a16="http://schemas.microsoft.com/office/drawing/2014/main" id="{989B986D-BFB8-4D89-89FD-7B17817A161B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76" name="Google Shape;2831;p68">
              <a:extLst>
                <a:ext uri="{FF2B5EF4-FFF2-40B4-BE49-F238E27FC236}">
                  <a16:creationId xmlns:a16="http://schemas.microsoft.com/office/drawing/2014/main" id="{E7FD022F-2B2D-40FD-8EB9-EA28DFB9EBA5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77" name="Google Shape;2832;p68">
              <a:extLst>
                <a:ext uri="{FF2B5EF4-FFF2-40B4-BE49-F238E27FC236}">
                  <a16:creationId xmlns:a16="http://schemas.microsoft.com/office/drawing/2014/main" id="{C4A2F076-28AE-4C0B-AE40-607E64B258C4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78" name="Google Shape;2833;p68">
              <a:extLst>
                <a:ext uri="{FF2B5EF4-FFF2-40B4-BE49-F238E27FC236}">
                  <a16:creationId xmlns:a16="http://schemas.microsoft.com/office/drawing/2014/main" id="{280FD2E6-0432-4EF4-A19E-27A35BC39215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79" name="Google Shape;2834;p68">
              <a:extLst>
                <a:ext uri="{FF2B5EF4-FFF2-40B4-BE49-F238E27FC236}">
                  <a16:creationId xmlns:a16="http://schemas.microsoft.com/office/drawing/2014/main" id="{545756DB-C6D0-4539-A0AA-73B496D1A72F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80" name="Google Shape;2835;p68">
              <a:extLst>
                <a:ext uri="{FF2B5EF4-FFF2-40B4-BE49-F238E27FC236}">
                  <a16:creationId xmlns:a16="http://schemas.microsoft.com/office/drawing/2014/main" id="{D5CA1868-17DF-48A9-8100-7D02A8C8036A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81" name="Google Shape;2836;p68">
              <a:extLst>
                <a:ext uri="{FF2B5EF4-FFF2-40B4-BE49-F238E27FC236}">
                  <a16:creationId xmlns:a16="http://schemas.microsoft.com/office/drawing/2014/main" id="{27817AF3-D245-4BF3-9877-44206103370C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82" name="Google Shape;2837;p68">
              <a:extLst>
                <a:ext uri="{FF2B5EF4-FFF2-40B4-BE49-F238E27FC236}">
                  <a16:creationId xmlns:a16="http://schemas.microsoft.com/office/drawing/2014/main" id="{05CB7E69-2078-4E9D-820C-962FEF6A38EE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83" name="Google Shape;2838;p68">
              <a:extLst>
                <a:ext uri="{FF2B5EF4-FFF2-40B4-BE49-F238E27FC236}">
                  <a16:creationId xmlns:a16="http://schemas.microsoft.com/office/drawing/2014/main" id="{704B4D60-F8B0-4D0B-826B-D8C76FA81E6B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84" name="Google Shape;2839;p68">
              <a:extLst>
                <a:ext uri="{FF2B5EF4-FFF2-40B4-BE49-F238E27FC236}">
                  <a16:creationId xmlns:a16="http://schemas.microsoft.com/office/drawing/2014/main" id="{F0CB97E2-1714-4791-AA22-465C627E0EB0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85" name="Google Shape;2840;p68">
              <a:extLst>
                <a:ext uri="{FF2B5EF4-FFF2-40B4-BE49-F238E27FC236}">
                  <a16:creationId xmlns:a16="http://schemas.microsoft.com/office/drawing/2014/main" id="{EEF570F9-7FA7-4EA5-B394-288E88524A9F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86" name="Google Shape;2841;p68">
              <a:extLst>
                <a:ext uri="{FF2B5EF4-FFF2-40B4-BE49-F238E27FC236}">
                  <a16:creationId xmlns:a16="http://schemas.microsoft.com/office/drawing/2014/main" id="{BA0ED92A-4CD1-49EA-8A07-19D6AEE5F708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87" name="Google Shape;2842;p68">
              <a:extLst>
                <a:ext uri="{FF2B5EF4-FFF2-40B4-BE49-F238E27FC236}">
                  <a16:creationId xmlns:a16="http://schemas.microsoft.com/office/drawing/2014/main" id="{98BA613A-A354-4ABC-A61B-504FDD914F5B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88" name="Google Shape;2843;p68">
              <a:extLst>
                <a:ext uri="{FF2B5EF4-FFF2-40B4-BE49-F238E27FC236}">
                  <a16:creationId xmlns:a16="http://schemas.microsoft.com/office/drawing/2014/main" id="{A8C0ACED-2195-49CB-A963-4C9C5DE96FA2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89" name="Google Shape;2844;p68">
              <a:extLst>
                <a:ext uri="{FF2B5EF4-FFF2-40B4-BE49-F238E27FC236}">
                  <a16:creationId xmlns:a16="http://schemas.microsoft.com/office/drawing/2014/main" id="{87F4264C-CB5C-40F5-A186-3ED985CDFCD4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90" name="Google Shape;2845;p68">
              <a:extLst>
                <a:ext uri="{FF2B5EF4-FFF2-40B4-BE49-F238E27FC236}">
                  <a16:creationId xmlns:a16="http://schemas.microsoft.com/office/drawing/2014/main" id="{DD330457-DF2C-4B95-AC13-2E03317516FD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91" name="Google Shape;2846;p68">
              <a:extLst>
                <a:ext uri="{FF2B5EF4-FFF2-40B4-BE49-F238E27FC236}">
                  <a16:creationId xmlns:a16="http://schemas.microsoft.com/office/drawing/2014/main" id="{1C2035FF-D516-4262-AF4F-E3C6506BBCE8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92" name="Google Shape;2847;p68">
              <a:extLst>
                <a:ext uri="{FF2B5EF4-FFF2-40B4-BE49-F238E27FC236}">
                  <a16:creationId xmlns:a16="http://schemas.microsoft.com/office/drawing/2014/main" id="{AD3C03A6-7E11-46BB-B34A-208F257AE994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93" name="Google Shape;2848;p68">
              <a:extLst>
                <a:ext uri="{FF2B5EF4-FFF2-40B4-BE49-F238E27FC236}">
                  <a16:creationId xmlns:a16="http://schemas.microsoft.com/office/drawing/2014/main" id="{794D13BF-5EB1-49BE-BB38-E55971F1135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94" name="Google Shape;2849;p68">
              <a:extLst>
                <a:ext uri="{FF2B5EF4-FFF2-40B4-BE49-F238E27FC236}">
                  <a16:creationId xmlns:a16="http://schemas.microsoft.com/office/drawing/2014/main" id="{A8E86F85-3EF9-4302-B193-C221B2B25FD5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95" name="Google Shape;2850;p68">
              <a:extLst>
                <a:ext uri="{FF2B5EF4-FFF2-40B4-BE49-F238E27FC236}">
                  <a16:creationId xmlns:a16="http://schemas.microsoft.com/office/drawing/2014/main" id="{A671791E-4AD4-462E-8DF6-53274F13EB1A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96" name="Google Shape;2851;p68">
              <a:extLst>
                <a:ext uri="{FF2B5EF4-FFF2-40B4-BE49-F238E27FC236}">
                  <a16:creationId xmlns:a16="http://schemas.microsoft.com/office/drawing/2014/main" id="{C5A59C99-C123-45A8-9986-59C648A42003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97" name="Google Shape;2852;p68">
              <a:extLst>
                <a:ext uri="{FF2B5EF4-FFF2-40B4-BE49-F238E27FC236}">
                  <a16:creationId xmlns:a16="http://schemas.microsoft.com/office/drawing/2014/main" id="{2285F632-721F-420A-AC89-1CD86892EA3F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98" name="Google Shape;2853;p68">
              <a:extLst>
                <a:ext uri="{FF2B5EF4-FFF2-40B4-BE49-F238E27FC236}">
                  <a16:creationId xmlns:a16="http://schemas.microsoft.com/office/drawing/2014/main" id="{500BF6E8-2939-43C7-B671-ABADB86923BA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299" name="Google Shape;2854;p68">
              <a:extLst>
                <a:ext uri="{FF2B5EF4-FFF2-40B4-BE49-F238E27FC236}">
                  <a16:creationId xmlns:a16="http://schemas.microsoft.com/office/drawing/2014/main" id="{CF5DDFD0-4705-4534-978A-CAC1607889A2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00" name="Google Shape;2855;p68">
              <a:extLst>
                <a:ext uri="{FF2B5EF4-FFF2-40B4-BE49-F238E27FC236}">
                  <a16:creationId xmlns:a16="http://schemas.microsoft.com/office/drawing/2014/main" id="{81B55E43-82E1-4A81-80A8-ECAB6866793A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01" name="Google Shape;2856;p68">
              <a:extLst>
                <a:ext uri="{FF2B5EF4-FFF2-40B4-BE49-F238E27FC236}">
                  <a16:creationId xmlns:a16="http://schemas.microsoft.com/office/drawing/2014/main" id="{DF506507-E13E-43F0-AFB0-0C4C397C5E20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02" name="Google Shape;2857;p68">
              <a:extLst>
                <a:ext uri="{FF2B5EF4-FFF2-40B4-BE49-F238E27FC236}">
                  <a16:creationId xmlns:a16="http://schemas.microsoft.com/office/drawing/2014/main" id="{7F818E2C-735C-4663-BFFD-338FE3F180E4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03" name="Google Shape;2858;p68">
              <a:extLst>
                <a:ext uri="{FF2B5EF4-FFF2-40B4-BE49-F238E27FC236}">
                  <a16:creationId xmlns:a16="http://schemas.microsoft.com/office/drawing/2014/main" id="{6EE45118-14B6-4A43-B42C-A0C658F45F95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04" name="Google Shape;2859;p68">
              <a:extLst>
                <a:ext uri="{FF2B5EF4-FFF2-40B4-BE49-F238E27FC236}">
                  <a16:creationId xmlns:a16="http://schemas.microsoft.com/office/drawing/2014/main" id="{0F704E1B-574D-4E7C-BAFC-B65F1DE5C126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05" name="Google Shape;2860;p68">
              <a:extLst>
                <a:ext uri="{FF2B5EF4-FFF2-40B4-BE49-F238E27FC236}">
                  <a16:creationId xmlns:a16="http://schemas.microsoft.com/office/drawing/2014/main" id="{03C91699-4FC4-45AF-90BE-F994703CED42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06" name="Google Shape;2861;p68">
              <a:extLst>
                <a:ext uri="{FF2B5EF4-FFF2-40B4-BE49-F238E27FC236}">
                  <a16:creationId xmlns:a16="http://schemas.microsoft.com/office/drawing/2014/main" id="{20D4FF0B-309A-4158-AC3D-FE782DDC2B45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07" name="Google Shape;2862;p68">
              <a:extLst>
                <a:ext uri="{FF2B5EF4-FFF2-40B4-BE49-F238E27FC236}">
                  <a16:creationId xmlns:a16="http://schemas.microsoft.com/office/drawing/2014/main" id="{4CA974DE-AE55-455B-836D-387293884A4B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08" name="Google Shape;2863;p68">
              <a:extLst>
                <a:ext uri="{FF2B5EF4-FFF2-40B4-BE49-F238E27FC236}">
                  <a16:creationId xmlns:a16="http://schemas.microsoft.com/office/drawing/2014/main" id="{62CF8ABC-8469-428E-91E9-C83BCA997FB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09" name="Google Shape;2864;p68">
              <a:extLst>
                <a:ext uri="{FF2B5EF4-FFF2-40B4-BE49-F238E27FC236}">
                  <a16:creationId xmlns:a16="http://schemas.microsoft.com/office/drawing/2014/main" id="{4063ABC9-C57F-4378-A565-300ADBFDDB6C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10" name="Google Shape;2865;p68">
              <a:extLst>
                <a:ext uri="{FF2B5EF4-FFF2-40B4-BE49-F238E27FC236}">
                  <a16:creationId xmlns:a16="http://schemas.microsoft.com/office/drawing/2014/main" id="{83D79374-EB70-47FF-A158-3701ADFC0EF9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11" name="Google Shape;2866;p68">
              <a:extLst>
                <a:ext uri="{FF2B5EF4-FFF2-40B4-BE49-F238E27FC236}">
                  <a16:creationId xmlns:a16="http://schemas.microsoft.com/office/drawing/2014/main" id="{59C82E10-AF69-43B8-A362-EECC1069631F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12" name="Google Shape;2867;p68">
              <a:extLst>
                <a:ext uri="{FF2B5EF4-FFF2-40B4-BE49-F238E27FC236}">
                  <a16:creationId xmlns:a16="http://schemas.microsoft.com/office/drawing/2014/main" id="{0BB3F408-5833-4122-8D42-4B16E13A1791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13" name="Google Shape;2868;p68">
              <a:extLst>
                <a:ext uri="{FF2B5EF4-FFF2-40B4-BE49-F238E27FC236}">
                  <a16:creationId xmlns:a16="http://schemas.microsoft.com/office/drawing/2014/main" id="{530BA5F1-D0E4-4FD9-9D46-9C6F624A2F32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14" name="Google Shape;2869;p68">
              <a:extLst>
                <a:ext uri="{FF2B5EF4-FFF2-40B4-BE49-F238E27FC236}">
                  <a16:creationId xmlns:a16="http://schemas.microsoft.com/office/drawing/2014/main" id="{54225AB0-B3AB-4FE6-98C2-A7C6228A18E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15" name="Google Shape;2870;p68">
              <a:extLst>
                <a:ext uri="{FF2B5EF4-FFF2-40B4-BE49-F238E27FC236}">
                  <a16:creationId xmlns:a16="http://schemas.microsoft.com/office/drawing/2014/main" id="{DD9446D6-14A2-438F-809C-40CAFAC66FF3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16" name="Google Shape;2871;p68">
              <a:extLst>
                <a:ext uri="{FF2B5EF4-FFF2-40B4-BE49-F238E27FC236}">
                  <a16:creationId xmlns:a16="http://schemas.microsoft.com/office/drawing/2014/main" id="{4A02878F-5DA1-4D45-83CF-28B96184B6F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17" name="Google Shape;2872;p68">
              <a:extLst>
                <a:ext uri="{FF2B5EF4-FFF2-40B4-BE49-F238E27FC236}">
                  <a16:creationId xmlns:a16="http://schemas.microsoft.com/office/drawing/2014/main" id="{30340459-1B21-463D-B9F2-44398CC0106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18" name="Google Shape;2873;p68">
              <a:extLst>
                <a:ext uri="{FF2B5EF4-FFF2-40B4-BE49-F238E27FC236}">
                  <a16:creationId xmlns:a16="http://schemas.microsoft.com/office/drawing/2014/main" id="{DC27098B-EA61-45DB-876B-E167F3EA9A52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19" name="Google Shape;2874;p68">
              <a:extLst>
                <a:ext uri="{FF2B5EF4-FFF2-40B4-BE49-F238E27FC236}">
                  <a16:creationId xmlns:a16="http://schemas.microsoft.com/office/drawing/2014/main" id="{59898CB5-6799-4FBF-9316-C99CA8768D3D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20" name="Google Shape;2875;p68">
              <a:extLst>
                <a:ext uri="{FF2B5EF4-FFF2-40B4-BE49-F238E27FC236}">
                  <a16:creationId xmlns:a16="http://schemas.microsoft.com/office/drawing/2014/main" id="{97BF0BF2-7C95-477D-84EC-B85D96396F5C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21" name="Google Shape;2876;p68">
              <a:extLst>
                <a:ext uri="{FF2B5EF4-FFF2-40B4-BE49-F238E27FC236}">
                  <a16:creationId xmlns:a16="http://schemas.microsoft.com/office/drawing/2014/main" id="{576F0E70-025D-4863-8BED-C699EAC925DC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22" name="Google Shape;2877;p68">
              <a:extLst>
                <a:ext uri="{FF2B5EF4-FFF2-40B4-BE49-F238E27FC236}">
                  <a16:creationId xmlns:a16="http://schemas.microsoft.com/office/drawing/2014/main" id="{782DD034-992D-47A7-A9E2-F9FF0AA43E89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23" name="Google Shape;2878;p68">
              <a:extLst>
                <a:ext uri="{FF2B5EF4-FFF2-40B4-BE49-F238E27FC236}">
                  <a16:creationId xmlns:a16="http://schemas.microsoft.com/office/drawing/2014/main" id="{EB2377A9-B4A8-4C50-97D6-89B0F9063140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24" name="Google Shape;2879;p68">
              <a:extLst>
                <a:ext uri="{FF2B5EF4-FFF2-40B4-BE49-F238E27FC236}">
                  <a16:creationId xmlns:a16="http://schemas.microsoft.com/office/drawing/2014/main" id="{9FB8ACF0-9FAD-4814-8D57-E8CE80A399D0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25" name="Google Shape;2880;p68">
              <a:extLst>
                <a:ext uri="{FF2B5EF4-FFF2-40B4-BE49-F238E27FC236}">
                  <a16:creationId xmlns:a16="http://schemas.microsoft.com/office/drawing/2014/main" id="{63F32626-0B9E-4DEC-A37E-962CC441DBB7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26" name="Google Shape;2881;p68">
              <a:extLst>
                <a:ext uri="{FF2B5EF4-FFF2-40B4-BE49-F238E27FC236}">
                  <a16:creationId xmlns:a16="http://schemas.microsoft.com/office/drawing/2014/main" id="{D1FB6A04-9443-4B2A-8F14-0B7C7BAA5289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27" name="Google Shape;2882;p68">
              <a:extLst>
                <a:ext uri="{FF2B5EF4-FFF2-40B4-BE49-F238E27FC236}">
                  <a16:creationId xmlns:a16="http://schemas.microsoft.com/office/drawing/2014/main" id="{4E781782-0431-4D58-832B-A4EF9CF135C0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28" name="Google Shape;2883;p68">
              <a:extLst>
                <a:ext uri="{FF2B5EF4-FFF2-40B4-BE49-F238E27FC236}">
                  <a16:creationId xmlns:a16="http://schemas.microsoft.com/office/drawing/2014/main" id="{594654C8-CC92-4C05-B73A-F9602873E301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29" name="Google Shape;2884;p68">
              <a:extLst>
                <a:ext uri="{FF2B5EF4-FFF2-40B4-BE49-F238E27FC236}">
                  <a16:creationId xmlns:a16="http://schemas.microsoft.com/office/drawing/2014/main" id="{0EEF01A8-2F42-4AEA-B402-E8FA28663E70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30" name="Google Shape;2885;p68">
              <a:extLst>
                <a:ext uri="{FF2B5EF4-FFF2-40B4-BE49-F238E27FC236}">
                  <a16:creationId xmlns:a16="http://schemas.microsoft.com/office/drawing/2014/main" id="{2E5A3EBE-4CB0-4A78-B21B-F22CFDDBF472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31" name="Google Shape;2886;p68">
              <a:extLst>
                <a:ext uri="{FF2B5EF4-FFF2-40B4-BE49-F238E27FC236}">
                  <a16:creationId xmlns:a16="http://schemas.microsoft.com/office/drawing/2014/main" id="{C7204C99-8021-48F8-94AE-2945EDE3F2FD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32" name="Google Shape;2887;p68">
              <a:extLst>
                <a:ext uri="{FF2B5EF4-FFF2-40B4-BE49-F238E27FC236}">
                  <a16:creationId xmlns:a16="http://schemas.microsoft.com/office/drawing/2014/main" id="{BC7CB11F-94C6-4D67-85A9-FC45170460AB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33" name="Google Shape;2888;p68">
              <a:extLst>
                <a:ext uri="{FF2B5EF4-FFF2-40B4-BE49-F238E27FC236}">
                  <a16:creationId xmlns:a16="http://schemas.microsoft.com/office/drawing/2014/main" id="{A527353A-B1AC-4F84-932B-80451756EF93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34" name="Google Shape;2889;p68">
              <a:extLst>
                <a:ext uri="{FF2B5EF4-FFF2-40B4-BE49-F238E27FC236}">
                  <a16:creationId xmlns:a16="http://schemas.microsoft.com/office/drawing/2014/main" id="{568F9972-D57D-41ED-A7F2-B9A70515C9CF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35" name="Google Shape;2890;p68">
              <a:extLst>
                <a:ext uri="{FF2B5EF4-FFF2-40B4-BE49-F238E27FC236}">
                  <a16:creationId xmlns:a16="http://schemas.microsoft.com/office/drawing/2014/main" id="{32EF8069-0EFA-411E-A9A2-5DAF22DF11F8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36" name="Google Shape;2891;p68">
              <a:extLst>
                <a:ext uri="{FF2B5EF4-FFF2-40B4-BE49-F238E27FC236}">
                  <a16:creationId xmlns:a16="http://schemas.microsoft.com/office/drawing/2014/main" id="{DC7533A0-B2CB-4A41-9264-C1A021D34297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37" name="Google Shape;2892;p68">
              <a:extLst>
                <a:ext uri="{FF2B5EF4-FFF2-40B4-BE49-F238E27FC236}">
                  <a16:creationId xmlns:a16="http://schemas.microsoft.com/office/drawing/2014/main" id="{66E24547-CFD0-459F-9F3A-DE2109702059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38" name="Google Shape;2893;p68">
              <a:extLst>
                <a:ext uri="{FF2B5EF4-FFF2-40B4-BE49-F238E27FC236}">
                  <a16:creationId xmlns:a16="http://schemas.microsoft.com/office/drawing/2014/main" id="{1A90E400-2E57-4BB8-86CA-C7B6BF28E1CE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39" name="Google Shape;2894;p68">
              <a:extLst>
                <a:ext uri="{FF2B5EF4-FFF2-40B4-BE49-F238E27FC236}">
                  <a16:creationId xmlns:a16="http://schemas.microsoft.com/office/drawing/2014/main" id="{876D7985-766C-4503-B30D-0FE2E3A7DFE1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40" name="Google Shape;2895;p68">
              <a:extLst>
                <a:ext uri="{FF2B5EF4-FFF2-40B4-BE49-F238E27FC236}">
                  <a16:creationId xmlns:a16="http://schemas.microsoft.com/office/drawing/2014/main" id="{F6090955-BE25-4AC9-AA0B-045FF6691A4B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41" name="Google Shape;2896;p68">
              <a:extLst>
                <a:ext uri="{FF2B5EF4-FFF2-40B4-BE49-F238E27FC236}">
                  <a16:creationId xmlns:a16="http://schemas.microsoft.com/office/drawing/2014/main" id="{641357EF-B73B-484A-8CA8-B0AA8D369A61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42" name="Google Shape;2897;p68">
              <a:extLst>
                <a:ext uri="{FF2B5EF4-FFF2-40B4-BE49-F238E27FC236}">
                  <a16:creationId xmlns:a16="http://schemas.microsoft.com/office/drawing/2014/main" id="{04B9F877-1EE3-4129-AD21-E7FA57D66F5A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43" name="Google Shape;2898;p68">
              <a:extLst>
                <a:ext uri="{FF2B5EF4-FFF2-40B4-BE49-F238E27FC236}">
                  <a16:creationId xmlns:a16="http://schemas.microsoft.com/office/drawing/2014/main" id="{1FCDC1D8-A9BD-4D1F-BF73-8F0A695ACE84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44" name="Google Shape;2899;p68">
              <a:extLst>
                <a:ext uri="{FF2B5EF4-FFF2-40B4-BE49-F238E27FC236}">
                  <a16:creationId xmlns:a16="http://schemas.microsoft.com/office/drawing/2014/main" id="{B466F4C0-07B9-40AC-ABA1-1F3ACB6B25E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45" name="Google Shape;2900;p68">
              <a:extLst>
                <a:ext uri="{FF2B5EF4-FFF2-40B4-BE49-F238E27FC236}">
                  <a16:creationId xmlns:a16="http://schemas.microsoft.com/office/drawing/2014/main" id="{1450241C-7783-4EB6-8B38-AD91B1236A64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46" name="Google Shape;2901;p68">
              <a:extLst>
                <a:ext uri="{FF2B5EF4-FFF2-40B4-BE49-F238E27FC236}">
                  <a16:creationId xmlns:a16="http://schemas.microsoft.com/office/drawing/2014/main" id="{70FD39B9-828B-40FE-8D5D-75860D19A082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47" name="Google Shape;2902;p68">
              <a:extLst>
                <a:ext uri="{FF2B5EF4-FFF2-40B4-BE49-F238E27FC236}">
                  <a16:creationId xmlns:a16="http://schemas.microsoft.com/office/drawing/2014/main" id="{31475638-026E-4D2E-B1B6-14F38CB1741B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48" name="Google Shape;2903;p68">
              <a:extLst>
                <a:ext uri="{FF2B5EF4-FFF2-40B4-BE49-F238E27FC236}">
                  <a16:creationId xmlns:a16="http://schemas.microsoft.com/office/drawing/2014/main" id="{1058C673-1D06-49EF-B255-E8CF6780CC02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49" name="Google Shape;2904;p68">
              <a:extLst>
                <a:ext uri="{FF2B5EF4-FFF2-40B4-BE49-F238E27FC236}">
                  <a16:creationId xmlns:a16="http://schemas.microsoft.com/office/drawing/2014/main" id="{DC6FE0B0-E7AB-4C81-9E41-DA12990CF3FC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50" name="Google Shape;2905;p68">
              <a:extLst>
                <a:ext uri="{FF2B5EF4-FFF2-40B4-BE49-F238E27FC236}">
                  <a16:creationId xmlns:a16="http://schemas.microsoft.com/office/drawing/2014/main" id="{BCEECEF3-F78A-4C96-83F7-BA1920CE79FA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51" name="Google Shape;2906;p68">
              <a:extLst>
                <a:ext uri="{FF2B5EF4-FFF2-40B4-BE49-F238E27FC236}">
                  <a16:creationId xmlns:a16="http://schemas.microsoft.com/office/drawing/2014/main" id="{68E3AA25-B4A4-4244-A7A3-0E4192DBED96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52" name="Google Shape;2907;p68">
              <a:extLst>
                <a:ext uri="{FF2B5EF4-FFF2-40B4-BE49-F238E27FC236}">
                  <a16:creationId xmlns:a16="http://schemas.microsoft.com/office/drawing/2014/main" id="{938B3E23-0F9B-41D4-8361-43E13138484E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53" name="Google Shape;2908;p68">
              <a:extLst>
                <a:ext uri="{FF2B5EF4-FFF2-40B4-BE49-F238E27FC236}">
                  <a16:creationId xmlns:a16="http://schemas.microsoft.com/office/drawing/2014/main" id="{BFBCAF28-EAC6-4A33-A064-F5AB999AB63C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54" name="Google Shape;2909;p68">
              <a:extLst>
                <a:ext uri="{FF2B5EF4-FFF2-40B4-BE49-F238E27FC236}">
                  <a16:creationId xmlns:a16="http://schemas.microsoft.com/office/drawing/2014/main" id="{57772448-ABE0-45C8-8FFA-424F5FEAEF3D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55" name="Google Shape;2910;p68">
              <a:extLst>
                <a:ext uri="{FF2B5EF4-FFF2-40B4-BE49-F238E27FC236}">
                  <a16:creationId xmlns:a16="http://schemas.microsoft.com/office/drawing/2014/main" id="{FE8DAB59-145F-4CBE-B32D-98FCC2EE9B3F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56" name="Google Shape;2911;p68">
              <a:extLst>
                <a:ext uri="{FF2B5EF4-FFF2-40B4-BE49-F238E27FC236}">
                  <a16:creationId xmlns:a16="http://schemas.microsoft.com/office/drawing/2014/main" id="{74249619-0A2B-4EDD-A8C4-D1567954358F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57" name="Google Shape;2912;p68">
              <a:extLst>
                <a:ext uri="{FF2B5EF4-FFF2-40B4-BE49-F238E27FC236}">
                  <a16:creationId xmlns:a16="http://schemas.microsoft.com/office/drawing/2014/main" id="{0982C161-5A21-458E-BE11-CC23BAC73BCC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58" name="Google Shape;2913;p68">
              <a:extLst>
                <a:ext uri="{FF2B5EF4-FFF2-40B4-BE49-F238E27FC236}">
                  <a16:creationId xmlns:a16="http://schemas.microsoft.com/office/drawing/2014/main" id="{D229D00A-9232-4BDA-9E82-76C391194DD9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59" name="Google Shape;2914;p68">
              <a:extLst>
                <a:ext uri="{FF2B5EF4-FFF2-40B4-BE49-F238E27FC236}">
                  <a16:creationId xmlns:a16="http://schemas.microsoft.com/office/drawing/2014/main" id="{690327F5-1369-43FB-BC05-5B474DA75D0D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60" name="Google Shape;2915;p68">
              <a:extLst>
                <a:ext uri="{FF2B5EF4-FFF2-40B4-BE49-F238E27FC236}">
                  <a16:creationId xmlns:a16="http://schemas.microsoft.com/office/drawing/2014/main" id="{72730443-F7D2-4D9E-8304-03F37278C466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61" name="Google Shape;2916;p68">
              <a:extLst>
                <a:ext uri="{FF2B5EF4-FFF2-40B4-BE49-F238E27FC236}">
                  <a16:creationId xmlns:a16="http://schemas.microsoft.com/office/drawing/2014/main" id="{636C2E41-D0FA-4DB6-B43E-BF12CD95941D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62" name="Google Shape;2917;p68">
              <a:extLst>
                <a:ext uri="{FF2B5EF4-FFF2-40B4-BE49-F238E27FC236}">
                  <a16:creationId xmlns:a16="http://schemas.microsoft.com/office/drawing/2014/main" id="{5399492A-ABBD-4208-AB8E-6652653D6DF5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63" name="Google Shape;2918;p68">
              <a:extLst>
                <a:ext uri="{FF2B5EF4-FFF2-40B4-BE49-F238E27FC236}">
                  <a16:creationId xmlns:a16="http://schemas.microsoft.com/office/drawing/2014/main" id="{B0F8CDE1-C490-404F-8F87-4DFF5FFCED27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64" name="Google Shape;2919;p68">
              <a:extLst>
                <a:ext uri="{FF2B5EF4-FFF2-40B4-BE49-F238E27FC236}">
                  <a16:creationId xmlns:a16="http://schemas.microsoft.com/office/drawing/2014/main" id="{909FDB7B-3CC3-46C8-8095-A069ACB41112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65" name="Google Shape;2920;p68">
              <a:extLst>
                <a:ext uri="{FF2B5EF4-FFF2-40B4-BE49-F238E27FC236}">
                  <a16:creationId xmlns:a16="http://schemas.microsoft.com/office/drawing/2014/main" id="{0C77A2B6-CD43-4624-8993-604FDB4C0E05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66" name="Google Shape;2921;p68">
              <a:extLst>
                <a:ext uri="{FF2B5EF4-FFF2-40B4-BE49-F238E27FC236}">
                  <a16:creationId xmlns:a16="http://schemas.microsoft.com/office/drawing/2014/main" id="{BC4FC1B5-F409-4292-B6A0-E56CAF6E1584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67" name="Google Shape;2922;p68">
              <a:extLst>
                <a:ext uri="{FF2B5EF4-FFF2-40B4-BE49-F238E27FC236}">
                  <a16:creationId xmlns:a16="http://schemas.microsoft.com/office/drawing/2014/main" id="{BAE4A778-6E6E-4B43-BAEC-8A013398FF9E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68" name="Google Shape;2923;p68">
              <a:extLst>
                <a:ext uri="{FF2B5EF4-FFF2-40B4-BE49-F238E27FC236}">
                  <a16:creationId xmlns:a16="http://schemas.microsoft.com/office/drawing/2014/main" id="{FEA8FA1A-9CC8-406D-99A5-12ACC3363EF3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69" name="Google Shape;2924;p68">
              <a:extLst>
                <a:ext uri="{FF2B5EF4-FFF2-40B4-BE49-F238E27FC236}">
                  <a16:creationId xmlns:a16="http://schemas.microsoft.com/office/drawing/2014/main" id="{D8FD7686-350D-4498-B31D-0C75456B51BF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70" name="Google Shape;2925;p68">
              <a:extLst>
                <a:ext uri="{FF2B5EF4-FFF2-40B4-BE49-F238E27FC236}">
                  <a16:creationId xmlns:a16="http://schemas.microsoft.com/office/drawing/2014/main" id="{E96CB614-2C84-4FE4-83A4-8AA8E50138D7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71" name="Google Shape;2926;p68">
              <a:extLst>
                <a:ext uri="{FF2B5EF4-FFF2-40B4-BE49-F238E27FC236}">
                  <a16:creationId xmlns:a16="http://schemas.microsoft.com/office/drawing/2014/main" id="{1761DABB-6278-4603-BD97-BB1C9EB4A063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72" name="Google Shape;2927;p68">
              <a:extLst>
                <a:ext uri="{FF2B5EF4-FFF2-40B4-BE49-F238E27FC236}">
                  <a16:creationId xmlns:a16="http://schemas.microsoft.com/office/drawing/2014/main" id="{0234B7F4-4190-474E-B856-DF9C665D9AEB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73" name="Google Shape;2928;p68">
              <a:extLst>
                <a:ext uri="{FF2B5EF4-FFF2-40B4-BE49-F238E27FC236}">
                  <a16:creationId xmlns:a16="http://schemas.microsoft.com/office/drawing/2014/main" id="{14FD6303-1767-4B89-89FF-8B3AD4ADFB53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74" name="Google Shape;2929;p68">
              <a:extLst>
                <a:ext uri="{FF2B5EF4-FFF2-40B4-BE49-F238E27FC236}">
                  <a16:creationId xmlns:a16="http://schemas.microsoft.com/office/drawing/2014/main" id="{03516F26-E450-4020-95F9-400A9361E7AB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75" name="Google Shape;2930;p68">
              <a:extLst>
                <a:ext uri="{FF2B5EF4-FFF2-40B4-BE49-F238E27FC236}">
                  <a16:creationId xmlns:a16="http://schemas.microsoft.com/office/drawing/2014/main" id="{17E2DB10-7CB0-4795-B0CC-430C18B9668A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76" name="Google Shape;2931;p68">
              <a:extLst>
                <a:ext uri="{FF2B5EF4-FFF2-40B4-BE49-F238E27FC236}">
                  <a16:creationId xmlns:a16="http://schemas.microsoft.com/office/drawing/2014/main" id="{EE4676D1-9AC2-476B-A481-8E4467B74F93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77" name="Google Shape;2932;p68">
              <a:extLst>
                <a:ext uri="{FF2B5EF4-FFF2-40B4-BE49-F238E27FC236}">
                  <a16:creationId xmlns:a16="http://schemas.microsoft.com/office/drawing/2014/main" id="{A53A5943-C827-47EF-881A-47EA10851F69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78" name="Google Shape;2933;p68">
              <a:extLst>
                <a:ext uri="{FF2B5EF4-FFF2-40B4-BE49-F238E27FC236}">
                  <a16:creationId xmlns:a16="http://schemas.microsoft.com/office/drawing/2014/main" id="{8BF4586C-2A9F-44A6-8AE1-78CE90510674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79" name="Google Shape;2934;p68">
              <a:extLst>
                <a:ext uri="{FF2B5EF4-FFF2-40B4-BE49-F238E27FC236}">
                  <a16:creationId xmlns:a16="http://schemas.microsoft.com/office/drawing/2014/main" id="{5584B123-B415-4998-94D8-19773BB912AE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80" name="Google Shape;2935;p68">
              <a:extLst>
                <a:ext uri="{FF2B5EF4-FFF2-40B4-BE49-F238E27FC236}">
                  <a16:creationId xmlns:a16="http://schemas.microsoft.com/office/drawing/2014/main" id="{B9377575-41E0-4D7E-B466-E21F4DD8B279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81" name="Google Shape;2936;p68">
              <a:extLst>
                <a:ext uri="{FF2B5EF4-FFF2-40B4-BE49-F238E27FC236}">
                  <a16:creationId xmlns:a16="http://schemas.microsoft.com/office/drawing/2014/main" id="{0CC33707-A1EF-4366-A734-3CFE38AEE9CD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82" name="Google Shape;2937;p68">
              <a:extLst>
                <a:ext uri="{FF2B5EF4-FFF2-40B4-BE49-F238E27FC236}">
                  <a16:creationId xmlns:a16="http://schemas.microsoft.com/office/drawing/2014/main" id="{8F93B893-DF6F-4470-9711-228D250168D4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83" name="Google Shape;2938;p68">
              <a:extLst>
                <a:ext uri="{FF2B5EF4-FFF2-40B4-BE49-F238E27FC236}">
                  <a16:creationId xmlns:a16="http://schemas.microsoft.com/office/drawing/2014/main" id="{8CB96FDC-79CF-46CF-9DB8-130552CCA9C5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84" name="Google Shape;2939;p68">
              <a:extLst>
                <a:ext uri="{FF2B5EF4-FFF2-40B4-BE49-F238E27FC236}">
                  <a16:creationId xmlns:a16="http://schemas.microsoft.com/office/drawing/2014/main" id="{BEEFFF2D-9EB4-468B-9C61-28134DEC182A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85" name="Google Shape;2940;p68">
              <a:extLst>
                <a:ext uri="{FF2B5EF4-FFF2-40B4-BE49-F238E27FC236}">
                  <a16:creationId xmlns:a16="http://schemas.microsoft.com/office/drawing/2014/main" id="{48B1AB0A-41C4-4963-970A-23FFBEB64AE6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86" name="Google Shape;2941;p68">
              <a:extLst>
                <a:ext uri="{FF2B5EF4-FFF2-40B4-BE49-F238E27FC236}">
                  <a16:creationId xmlns:a16="http://schemas.microsoft.com/office/drawing/2014/main" id="{3618A70B-C8BF-4F3A-8AB2-8CDA89065836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87" name="Google Shape;2942;p68">
              <a:extLst>
                <a:ext uri="{FF2B5EF4-FFF2-40B4-BE49-F238E27FC236}">
                  <a16:creationId xmlns:a16="http://schemas.microsoft.com/office/drawing/2014/main" id="{6DF03FAB-F595-47A1-9B80-4F1B3ED4BDCE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88" name="Google Shape;2943;p68">
              <a:extLst>
                <a:ext uri="{FF2B5EF4-FFF2-40B4-BE49-F238E27FC236}">
                  <a16:creationId xmlns:a16="http://schemas.microsoft.com/office/drawing/2014/main" id="{240C5DCE-ECD0-4462-8377-03E73F53F1B1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89" name="Google Shape;2944;p68">
              <a:extLst>
                <a:ext uri="{FF2B5EF4-FFF2-40B4-BE49-F238E27FC236}">
                  <a16:creationId xmlns:a16="http://schemas.microsoft.com/office/drawing/2014/main" id="{FB4EEEE3-E180-48CF-9554-4AE0B019377E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90" name="Google Shape;2945;p68">
              <a:extLst>
                <a:ext uri="{FF2B5EF4-FFF2-40B4-BE49-F238E27FC236}">
                  <a16:creationId xmlns:a16="http://schemas.microsoft.com/office/drawing/2014/main" id="{AC875EFF-757A-4D1C-9E8F-8227903F96B1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91" name="Google Shape;2946;p68">
              <a:extLst>
                <a:ext uri="{FF2B5EF4-FFF2-40B4-BE49-F238E27FC236}">
                  <a16:creationId xmlns:a16="http://schemas.microsoft.com/office/drawing/2014/main" id="{542984CC-E111-44D7-BD66-2C77276F5C48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92" name="Google Shape;2947;p68">
              <a:extLst>
                <a:ext uri="{FF2B5EF4-FFF2-40B4-BE49-F238E27FC236}">
                  <a16:creationId xmlns:a16="http://schemas.microsoft.com/office/drawing/2014/main" id="{16681564-3161-4A0C-B946-3A7219720104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93" name="Google Shape;2948;p68">
              <a:extLst>
                <a:ext uri="{FF2B5EF4-FFF2-40B4-BE49-F238E27FC236}">
                  <a16:creationId xmlns:a16="http://schemas.microsoft.com/office/drawing/2014/main" id="{842C2738-70DE-4F1C-9370-6AD7BEE9B668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94" name="Google Shape;2949;p68">
              <a:extLst>
                <a:ext uri="{FF2B5EF4-FFF2-40B4-BE49-F238E27FC236}">
                  <a16:creationId xmlns:a16="http://schemas.microsoft.com/office/drawing/2014/main" id="{758DE1BB-51C5-467E-BCA7-86450347F70A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95" name="Google Shape;2950;p68">
              <a:extLst>
                <a:ext uri="{FF2B5EF4-FFF2-40B4-BE49-F238E27FC236}">
                  <a16:creationId xmlns:a16="http://schemas.microsoft.com/office/drawing/2014/main" id="{6731D6EC-9AF6-4C48-96FE-013D6F1196E6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96" name="Google Shape;2951;p68">
              <a:extLst>
                <a:ext uri="{FF2B5EF4-FFF2-40B4-BE49-F238E27FC236}">
                  <a16:creationId xmlns:a16="http://schemas.microsoft.com/office/drawing/2014/main" id="{BA222AE6-D1C8-4B58-9AD0-6A041E3B3C75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97" name="Google Shape;2952;p68">
              <a:extLst>
                <a:ext uri="{FF2B5EF4-FFF2-40B4-BE49-F238E27FC236}">
                  <a16:creationId xmlns:a16="http://schemas.microsoft.com/office/drawing/2014/main" id="{28783D41-35EE-42B5-A1EC-56A2EF34F2E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98" name="Google Shape;2953;p68">
              <a:extLst>
                <a:ext uri="{FF2B5EF4-FFF2-40B4-BE49-F238E27FC236}">
                  <a16:creationId xmlns:a16="http://schemas.microsoft.com/office/drawing/2014/main" id="{ECE71236-A2C4-43C1-875C-B35FBC69EAB2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399" name="Google Shape;2954;p68">
              <a:extLst>
                <a:ext uri="{FF2B5EF4-FFF2-40B4-BE49-F238E27FC236}">
                  <a16:creationId xmlns:a16="http://schemas.microsoft.com/office/drawing/2014/main" id="{08EA587A-3DF4-4581-88E0-8A52B4A56F9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00" name="Google Shape;2955;p68">
              <a:extLst>
                <a:ext uri="{FF2B5EF4-FFF2-40B4-BE49-F238E27FC236}">
                  <a16:creationId xmlns:a16="http://schemas.microsoft.com/office/drawing/2014/main" id="{B3FE88FB-613A-45DF-8867-FDA2F4518080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01" name="Google Shape;2956;p68">
              <a:extLst>
                <a:ext uri="{FF2B5EF4-FFF2-40B4-BE49-F238E27FC236}">
                  <a16:creationId xmlns:a16="http://schemas.microsoft.com/office/drawing/2014/main" id="{870A134B-8C1B-48AC-8BDD-3A02E58031CB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02" name="Google Shape;2957;p68">
              <a:extLst>
                <a:ext uri="{FF2B5EF4-FFF2-40B4-BE49-F238E27FC236}">
                  <a16:creationId xmlns:a16="http://schemas.microsoft.com/office/drawing/2014/main" id="{879617B2-2034-452F-89E9-D3031719EA9D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03" name="Google Shape;2958;p68">
              <a:extLst>
                <a:ext uri="{FF2B5EF4-FFF2-40B4-BE49-F238E27FC236}">
                  <a16:creationId xmlns:a16="http://schemas.microsoft.com/office/drawing/2014/main" id="{632FA734-790A-4BA5-85AC-D1A727BF8E0C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04" name="Google Shape;2959;p68">
              <a:extLst>
                <a:ext uri="{FF2B5EF4-FFF2-40B4-BE49-F238E27FC236}">
                  <a16:creationId xmlns:a16="http://schemas.microsoft.com/office/drawing/2014/main" id="{04E895ED-5BF3-4979-84AB-E56A1F9ACB68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05" name="Google Shape;2960;p68">
              <a:extLst>
                <a:ext uri="{FF2B5EF4-FFF2-40B4-BE49-F238E27FC236}">
                  <a16:creationId xmlns:a16="http://schemas.microsoft.com/office/drawing/2014/main" id="{D0FE8056-64DF-4B90-9B91-7167686B84DB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06" name="Google Shape;2961;p68">
              <a:extLst>
                <a:ext uri="{FF2B5EF4-FFF2-40B4-BE49-F238E27FC236}">
                  <a16:creationId xmlns:a16="http://schemas.microsoft.com/office/drawing/2014/main" id="{A6D8C1ED-3986-4DE3-8637-04EC36021DDC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07" name="Google Shape;2962;p68">
              <a:extLst>
                <a:ext uri="{FF2B5EF4-FFF2-40B4-BE49-F238E27FC236}">
                  <a16:creationId xmlns:a16="http://schemas.microsoft.com/office/drawing/2014/main" id="{CAF24D1B-49B1-494F-A64D-F8E8628CF76E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08" name="Google Shape;2963;p68">
              <a:extLst>
                <a:ext uri="{FF2B5EF4-FFF2-40B4-BE49-F238E27FC236}">
                  <a16:creationId xmlns:a16="http://schemas.microsoft.com/office/drawing/2014/main" id="{684C57D6-54A3-4E56-9EED-BCA28629562B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09" name="Google Shape;2964;p68">
              <a:extLst>
                <a:ext uri="{FF2B5EF4-FFF2-40B4-BE49-F238E27FC236}">
                  <a16:creationId xmlns:a16="http://schemas.microsoft.com/office/drawing/2014/main" id="{6464BBF8-EE4D-4D36-9A2E-43DD81DEEEA4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10" name="Google Shape;2965;p68">
              <a:extLst>
                <a:ext uri="{FF2B5EF4-FFF2-40B4-BE49-F238E27FC236}">
                  <a16:creationId xmlns:a16="http://schemas.microsoft.com/office/drawing/2014/main" id="{A1F3163F-FE06-4473-B119-6016F4940268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11" name="Google Shape;2966;p68">
              <a:extLst>
                <a:ext uri="{FF2B5EF4-FFF2-40B4-BE49-F238E27FC236}">
                  <a16:creationId xmlns:a16="http://schemas.microsoft.com/office/drawing/2014/main" id="{011B379D-89C9-4159-8A2C-4BE478FB61F3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12" name="Google Shape;2967;p68">
              <a:extLst>
                <a:ext uri="{FF2B5EF4-FFF2-40B4-BE49-F238E27FC236}">
                  <a16:creationId xmlns:a16="http://schemas.microsoft.com/office/drawing/2014/main" id="{18B95A1D-8B6F-41EC-92F3-FE56997F0143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13" name="Google Shape;2968;p68">
              <a:extLst>
                <a:ext uri="{FF2B5EF4-FFF2-40B4-BE49-F238E27FC236}">
                  <a16:creationId xmlns:a16="http://schemas.microsoft.com/office/drawing/2014/main" id="{8C33506A-793B-447D-8BCF-4BDE20112199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14" name="Google Shape;2969;p68">
              <a:extLst>
                <a:ext uri="{FF2B5EF4-FFF2-40B4-BE49-F238E27FC236}">
                  <a16:creationId xmlns:a16="http://schemas.microsoft.com/office/drawing/2014/main" id="{9F70B327-9C26-49E5-9031-FE36CCD348F4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15" name="Google Shape;2970;p68">
              <a:extLst>
                <a:ext uri="{FF2B5EF4-FFF2-40B4-BE49-F238E27FC236}">
                  <a16:creationId xmlns:a16="http://schemas.microsoft.com/office/drawing/2014/main" id="{62F827E4-C2E1-4C2C-8D0A-BFCB82AEBB6A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16" name="Google Shape;2971;p68">
              <a:extLst>
                <a:ext uri="{FF2B5EF4-FFF2-40B4-BE49-F238E27FC236}">
                  <a16:creationId xmlns:a16="http://schemas.microsoft.com/office/drawing/2014/main" id="{62A8F57E-E628-4BA0-B2BF-7BEEF6EF5923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17" name="Google Shape;2972;p68">
              <a:extLst>
                <a:ext uri="{FF2B5EF4-FFF2-40B4-BE49-F238E27FC236}">
                  <a16:creationId xmlns:a16="http://schemas.microsoft.com/office/drawing/2014/main" id="{019984B4-3A16-4697-8A2A-7DBA52FB6E69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18" name="Google Shape;2973;p68">
              <a:extLst>
                <a:ext uri="{FF2B5EF4-FFF2-40B4-BE49-F238E27FC236}">
                  <a16:creationId xmlns:a16="http://schemas.microsoft.com/office/drawing/2014/main" id="{35A9456E-6DC6-46F0-90EE-7F5F9D0F5D14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19" name="Google Shape;2974;p68">
              <a:extLst>
                <a:ext uri="{FF2B5EF4-FFF2-40B4-BE49-F238E27FC236}">
                  <a16:creationId xmlns:a16="http://schemas.microsoft.com/office/drawing/2014/main" id="{074CA8AF-C1A9-4A65-B369-505077569393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20" name="Google Shape;2975;p68">
              <a:extLst>
                <a:ext uri="{FF2B5EF4-FFF2-40B4-BE49-F238E27FC236}">
                  <a16:creationId xmlns:a16="http://schemas.microsoft.com/office/drawing/2014/main" id="{47979C78-5825-41B0-940F-40110FD5ED5C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21" name="Google Shape;2976;p68">
              <a:extLst>
                <a:ext uri="{FF2B5EF4-FFF2-40B4-BE49-F238E27FC236}">
                  <a16:creationId xmlns:a16="http://schemas.microsoft.com/office/drawing/2014/main" id="{1A835323-332D-4E0F-B865-71411C6A6D8E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22" name="Google Shape;2977;p68">
              <a:extLst>
                <a:ext uri="{FF2B5EF4-FFF2-40B4-BE49-F238E27FC236}">
                  <a16:creationId xmlns:a16="http://schemas.microsoft.com/office/drawing/2014/main" id="{D4F00077-F57B-419E-B3FC-185E96938A5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23" name="Google Shape;2978;p68">
              <a:extLst>
                <a:ext uri="{FF2B5EF4-FFF2-40B4-BE49-F238E27FC236}">
                  <a16:creationId xmlns:a16="http://schemas.microsoft.com/office/drawing/2014/main" id="{D2386B78-3427-49B4-8175-E9E8A1F10811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24" name="Google Shape;2979;p68">
              <a:extLst>
                <a:ext uri="{FF2B5EF4-FFF2-40B4-BE49-F238E27FC236}">
                  <a16:creationId xmlns:a16="http://schemas.microsoft.com/office/drawing/2014/main" id="{727BA192-9FD2-4438-BC7E-4C9CD0BE58B4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25" name="Google Shape;2980;p68">
              <a:extLst>
                <a:ext uri="{FF2B5EF4-FFF2-40B4-BE49-F238E27FC236}">
                  <a16:creationId xmlns:a16="http://schemas.microsoft.com/office/drawing/2014/main" id="{0E3531A4-8D1C-4525-ABD1-6702B6AE19EE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26" name="Google Shape;2981;p68">
              <a:extLst>
                <a:ext uri="{FF2B5EF4-FFF2-40B4-BE49-F238E27FC236}">
                  <a16:creationId xmlns:a16="http://schemas.microsoft.com/office/drawing/2014/main" id="{5F963CE4-3482-4D61-BE8E-E30F8BD57A51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27" name="Google Shape;2982;p68">
              <a:extLst>
                <a:ext uri="{FF2B5EF4-FFF2-40B4-BE49-F238E27FC236}">
                  <a16:creationId xmlns:a16="http://schemas.microsoft.com/office/drawing/2014/main" id="{7FFF99F8-5821-4E61-9811-905DF06F830E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28" name="Google Shape;2983;p68">
              <a:extLst>
                <a:ext uri="{FF2B5EF4-FFF2-40B4-BE49-F238E27FC236}">
                  <a16:creationId xmlns:a16="http://schemas.microsoft.com/office/drawing/2014/main" id="{F1E26A64-2628-4F29-8E2D-FDDB4D950FE8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29" name="Google Shape;2984;p68">
              <a:extLst>
                <a:ext uri="{FF2B5EF4-FFF2-40B4-BE49-F238E27FC236}">
                  <a16:creationId xmlns:a16="http://schemas.microsoft.com/office/drawing/2014/main" id="{46614CF1-C551-4FCC-9C2F-5262905B61CD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30" name="Google Shape;2985;p68">
              <a:extLst>
                <a:ext uri="{FF2B5EF4-FFF2-40B4-BE49-F238E27FC236}">
                  <a16:creationId xmlns:a16="http://schemas.microsoft.com/office/drawing/2014/main" id="{FD5FE084-5C2D-48F5-990E-A06675590DB8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31" name="Google Shape;2986;p68">
              <a:extLst>
                <a:ext uri="{FF2B5EF4-FFF2-40B4-BE49-F238E27FC236}">
                  <a16:creationId xmlns:a16="http://schemas.microsoft.com/office/drawing/2014/main" id="{271E085D-CF4E-4491-97EE-CB4DCCFD2103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32" name="Google Shape;2987;p68">
              <a:extLst>
                <a:ext uri="{FF2B5EF4-FFF2-40B4-BE49-F238E27FC236}">
                  <a16:creationId xmlns:a16="http://schemas.microsoft.com/office/drawing/2014/main" id="{303FB62F-871C-443D-9BBD-11E396FE35C3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33" name="Google Shape;2988;p68">
              <a:extLst>
                <a:ext uri="{FF2B5EF4-FFF2-40B4-BE49-F238E27FC236}">
                  <a16:creationId xmlns:a16="http://schemas.microsoft.com/office/drawing/2014/main" id="{69398848-4FF2-4CDA-A8DA-D3A7AFE20E63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34" name="Google Shape;2989;p68">
              <a:extLst>
                <a:ext uri="{FF2B5EF4-FFF2-40B4-BE49-F238E27FC236}">
                  <a16:creationId xmlns:a16="http://schemas.microsoft.com/office/drawing/2014/main" id="{16CB0152-1777-469B-A1F7-E6D589A1E7C5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35" name="Google Shape;2990;p68">
              <a:extLst>
                <a:ext uri="{FF2B5EF4-FFF2-40B4-BE49-F238E27FC236}">
                  <a16:creationId xmlns:a16="http://schemas.microsoft.com/office/drawing/2014/main" id="{EC1B9568-6582-4DA7-AC03-5DCCD43D1E20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36" name="Google Shape;2991;p68">
              <a:extLst>
                <a:ext uri="{FF2B5EF4-FFF2-40B4-BE49-F238E27FC236}">
                  <a16:creationId xmlns:a16="http://schemas.microsoft.com/office/drawing/2014/main" id="{503F91C5-4960-4A5F-9A5A-817B189E794C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37" name="Google Shape;2992;p68">
              <a:extLst>
                <a:ext uri="{FF2B5EF4-FFF2-40B4-BE49-F238E27FC236}">
                  <a16:creationId xmlns:a16="http://schemas.microsoft.com/office/drawing/2014/main" id="{635581C0-DBA8-4AB9-A7B1-2A27269C2E62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38" name="Google Shape;2993;p68">
              <a:extLst>
                <a:ext uri="{FF2B5EF4-FFF2-40B4-BE49-F238E27FC236}">
                  <a16:creationId xmlns:a16="http://schemas.microsoft.com/office/drawing/2014/main" id="{2D75CC81-7EDB-4FCF-8C78-1D5BB7F023D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39" name="Google Shape;2994;p68">
              <a:extLst>
                <a:ext uri="{FF2B5EF4-FFF2-40B4-BE49-F238E27FC236}">
                  <a16:creationId xmlns:a16="http://schemas.microsoft.com/office/drawing/2014/main" id="{1797F6BC-09FF-435F-9F8D-EF9762DD9233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40" name="Google Shape;2995;p68">
              <a:extLst>
                <a:ext uri="{FF2B5EF4-FFF2-40B4-BE49-F238E27FC236}">
                  <a16:creationId xmlns:a16="http://schemas.microsoft.com/office/drawing/2014/main" id="{F65AD903-DE8B-432E-A435-CCCD3C9D8941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41" name="Google Shape;2996;p68">
              <a:extLst>
                <a:ext uri="{FF2B5EF4-FFF2-40B4-BE49-F238E27FC236}">
                  <a16:creationId xmlns:a16="http://schemas.microsoft.com/office/drawing/2014/main" id="{7D52C8C5-85F8-473D-A49C-572F33BC1A9B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42" name="Google Shape;2997;p68">
              <a:extLst>
                <a:ext uri="{FF2B5EF4-FFF2-40B4-BE49-F238E27FC236}">
                  <a16:creationId xmlns:a16="http://schemas.microsoft.com/office/drawing/2014/main" id="{905B809D-210D-492B-84E7-DFBD42CAE265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43" name="Google Shape;2998;p68">
              <a:extLst>
                <a:ext uri="{FF2B5EF4-FFF2-40B4-BE49-F238E27FC236}">
                  <a16:creationId xmlns:a16="http://schemas.microsoft.com/office/drawing/2014/main" id="{4A52B624-B346-4C96-8FA5-B9227BF1DE29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44" name="Google Shape;2999;p68">
              <a:extLst>
                <a:ext uri="{FF2B5EF4-FFF2-40B4-BE49-F238E27FC236}">
                  <a16:creationId xmlns:a16="http://schemas.microsoft.com/office/drawing/2014/main" id="{90BD7433-41AF-4EF8-AC01-E28647901F5C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45" name="Google Shape;3000;p68">
              <a:extLst>
                <a:ext uri="{FF2B5EF4-FFF2-40B4-BE49-F238E27FC236}">
                  <a16:creationId xmlns:a16="http://schemas.microsoft.com/office/drawing/2014/main" id="{8BFD6EB6-B16B-47D4-B0D8-1F7BD97810CE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46" name="Google Shape;3001;p68">
              <a:extLst>
                <a:ext uri="{FF2B5EF4-FFF2-40B4-BE49-F238E27FC236}">
                  <a16:creationId xmlns:a16="http://schemas.microsoft.com/office/drawing/2014/main" id="{C3DC48B1-0DDB-47EF-A6FE-31BF95635099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47" name="Google Shape;3002;p68">
              <a:extLst>
                <a:ext uri="{FF2B5EF4-FFF2-40B4-BE49-F238E27FC236}">
                  <a16:creationId xmlns:a16="http://schemas.microsoft.com/office/drawing/2014/main" id="{0577D145-A34A-4454-A680-58D712E18FAE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48" name="Google Shape;3003;p68">
              <a:extLst>
                <a:ext uri="{FF2B5EF4-FFF2-40B4-BE49-F238E27FC236}">
                  <a16:creationId xmlns:a16="http://schemas.microsoft.com/office/drawing/2014/main" id="{3F40A2A0-81C6-4295-B78B-A53F1B3A469B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49" name="Google Shape;3004;p68">
              <a:extLst>
                <a:ext uri="{FF2B5EF4-FFF2-40B4-BE49-F238E27FC236}">
                  <a16:creationId xmlns:a16="http://schemas.microsoft.com/office/drawing/2014/main" id="{DB2F5459-6E6A-4682-BE89-ACC56F9427E1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50" name="Google Shape;3005;p68">
              <a:extLst>
                <a:ext uri="{FF2B5EF4-FFF2-40B4-BE49-F238E27FC236}">
                  <a16:creationId xmlns:a16="http://schemas.microsoft.com/office/drawing/2014/main" id="{0C6892B3-A8F3-4FC1-8B61-F7106079237F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51" name="Google Shape;3006;p68">
              <a:extLst>
                <a:ext uri="{FF2B5EF4-FFF2-40B4-BE49-F238E27FC236}">
                  <a16:creationId xmlns:a16="http://schemas.microsoft.com/office/drawing/2014/main" id="{7C06065F-5D07-442D-9944-197F2B8059D9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52" name="Google Shape;3007;p68">
              <a:extLst>
                <a:ext uri="{FF2B5EF4-FFF2-40B4-BE49-F238E27FC236}">
                  <a16:creationId xmlns:a16="http://schemas.microsoft.com/office/drawing/2014/main" id="{149576B8-67F1-4EB0-904E-8BFA6FD6094D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53" name="Google Shape;3008;p68">
              <a:extLst>
                <a:ext uri="{FF2B5EF4-FFF2-40B4-BE49-F238E27FC236}">
                  <a16:creationId xmlns:a16="http://schemas.microsoft.com/office/drawing/2014/main" id="{F0DCAFF2-C4D0-44AD-AA15-F68B83BF9336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54" name="Google Shape;3009;p68">
              <a:extLst>
                <a:ext uri="{FF2B5EF4-FFF2-40B4-BE49-F238E27FC236}">
                  <a16:creationId xmlns:a16="http://schemas.microsoft.com/office/drawing/2014/main" id="{FE257952-762A-4D22-9C14-BDDAF97EC71B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55" name="Google Shape;3010;p68">
              <a:extLst>
                <a:ext uri="{FF2B5EF4-FFF2-40B4-BE49-F238E27FC236}">
                  <a16:creationId xmlns:a16="http://schemas.microsoft.com/office/drawing/2014/main" id="{7CEAB997-7F68-4C54-820E-9BEED9953C8D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56" name="Google Shape;3011;p68">
              <a:extLst>
                <a:ext uri="{FF2B5EF4-FFF2-40B4-BE49-F238E27FC236}">
                  <a16:creationId xmlns:a16="http://schemas.microsoft.com/office/drawing/2014/main" id="{B2EB7DDA-02B3-473F-951B-DCCBB8CD3D27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57" name="Google Shape;3012;p68">
              <a:extLst>
                <a:ext uri="{FF2B5EF4-FFF2-40B4-BE49-F238E27FC236}">
                  <a16:creationId xmlns:a16="http://schemas.microsoft.com/office/drawing/2014/main" id="{E567FEED-E841-4A6A-A2EE-3EC5BE7BA87E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58" name="Google Shape;3013;p68">
              <a:extLst>
                <a:ext uri="{FF2B5EF4-FFF2-40B4-BE49-F238E27FC236}">
                  <a16:creationId xmlns:a16="http://schemas.microsoft.com/office/drawing/2014/main" id="{620029AE-E165-44A5-9E12-FEE16654DAAA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59" name="Google Shape;3014;p68">
              <a:extLst>
                <a:ext uri="{FF2B5EF4-FFF2-40B4-BE49-F238E27FC236}">
                  <a16:creationId xmlns:a16="http://schemas.microsoft.com/office/drawing/2014/main" id="{7BA74D1C-4B5E-4724-AC03-242CE7FA87D2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60" name="Google Shape;3015;p68">
              <a:extLst>
                <a:ext uri="{FF2B5EF4-FFF2-40B4-BE49-F238E27FC236}">
                  <a16:creationId xmlns:a16="http://schemas.microsoft.com/office/drawing/2014/main" id="{90824106-D6A6-4004-B6FB-83847DFD4016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61" name="Google Shape;3016;p68">
              <a:extLst>
                <a:ext uri="{FF2B5EF4-FFF2-40B4-BE49-F238E27FC236}">
                  <a16:creationId xmlns:a16="http://schemas.microsoft.com/office/drawing/2014/main" id="{79BA69F5-AC17-4854-A666-04CC652556AE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62" name="Google Shape;3017;p68">
              <a:extLst>
                <a:ext uri="{FF2B5EF4-FFF2-40B4-BE49-F238E27FC236}">
                  <a16:creationId xmlns:a16="http://schemas.microsoft.com/office/drawing/2014/main" id="{3A69D829-1F19-491D-A902-3927C3E95781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63" name="Google Shape;3018;p68">
              <a:extLst>
                <a:ext uri="{FF2B5EF4-FFF2-40B4-BE49-F238E27FC236}">
                  <a16:creationId xmlns:a16="http://schemas.microsoft.com/office/drawing/2014/main" id="{60ECCFC8-C543-414A-993F-67DA3AEB8555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64" name="Google Shape;3019;p68">
              <a:extLst>
                <a:ext uri="{FF2B5EF4-FFF2-40B4-BE49-F238E27FC236}">
                  <a16:creationId xmlns:a16="http://schemas.microsoft.com/office/drawing/2014/main" id="{8A21679A-796C-4248-A72D-330EAF7AB770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65" name="Google Shape;3020;p68">
              <a:extLst>
                <a:ext uri="{FF2B5EF4-FFF2-40B4-BE49-F238E27FC236}">
                  <a16:creationId xmlns:a16="http://schemas.microsoft.com/office/drawing/2014/main" id="{4A0AEC8D-2479-4834-96CE-578D681DE5A5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66" name="Google Shape;3021;p68">
              <a:extLst>
                <a:ext uri="{FF2B5EF4-FFF2-40B4-BE49-F238E27FC236}">
                  <a16:creationId xmlns:a16="http://schemas.microsoft.com/office/drawing/2014/main" id="{1AC0B035-D9E3-49DB-BD2F-65AF178AD0A1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67" name="Google Shape;3022;p68">
              <a:extLst>
                <a:ext uri="{FF2B5EF4-FFF2-40B4-BE49-F238E27FC236}">
                  <a16:creationId xmlns:a16="http://schemas.microsoft.com/office/drawing/2014/main" id="{B1E7B467-85DE-46DE-A372-1AB45AF89294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68" name="Google Shape;3023;p68">
              <a:extLst>
                <a:ext uri="{FF2B5EF4-FFF2-40B4-BE49-F238E27FC236}">
                  <a16:creationId xmlns:a16="http://schemas.microsoft.com/office/drawing/2014/main" id="{2C6345F2-999A-49D2-9D18-18E021049123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69" name="Google Shape;3024;p68">
              <a:extLst>
                <a:ext uri="{FF2B5EF4-FFF2-40B4-BE49-F238E27FC236}">
                  <a16:creationId xmlns:a16="http://schemas.microsoft.com/office/drawing/2014/main" id="{B5DA2B72-61BC-44ED-AFF2-BC81FF2A627A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70" name="Google Shape;3025;p68">
              <a:extLst>
                <a:ext uri="{FF2B5EF4-FFF2-40B4-BE49-F238E27FC236}">
                  <a16:creationId xmlns:a16="http://schemas.microsoft.com/office/drawing/2014/main" id="{13AEDB21-9BF3-42FB-A67C-8DE001653406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71" name="Google Shape;3026;p68">
              <a:extLst>
                <a:ext uri="{FF2B5EF4-FFF2-40B4-BE49-F238E27FC236}">
                  <a16:creationId xmlns:a16="http://schemas.microsoft.com/office/drawing/2014/main" id="{354BEC8C-33BF-4BDC-9E23-D72DC52B9932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72" name="Google Shape;3027;p68">
              <a:extLst>
                <a:ext uri="{FF2B5EF4-FFF2-40B4-BE49-F238E27FC236}">
                  <a16:creationId xmlns:a16="http://schemas.microsoft.com/office/drawing/2014/main" id="{C8535021-4BBA-467A-9707-5A29DBAB9EE1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73" name="Google Shape;3028;p68">
              <a:extLst>
                <a:ext uri="{FF2B5EF4-FFF2-40B4-BE49-F238E27FC236}">
                  <a16:creationId xmlns:a16="http://schemas.microsoft.com/office/drawing/2014/main" id="{DF55FDCF-9595-44D9-AF03-C331EE743F81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74" name="Google Shape;3029;p68">
              <a:extLst>
                <a:ext uri="{FF2B5EF4-FFF2-40B4-BE49-F238E27FC236}">
                  <a16:creationId xmlns:a16="http://schemas.microsoft.com/office/drawing/2014/main" id="{2BD9D9C7-0B3C-4B55-9622-E8C8BE5E4E73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75" name="Google Shape;3030;p68">
              <a:extLst>
                <a:ext uri="{FF2B5EF4-FFF2-40B4-BE49-F238E27FC236}">
                  <a16:creationId xmlns:a16="http://schemas.microsoft.com/office/drawing/2014/main" id="{6B2C02C5-4C51-4A08-83C9-602992DDA572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76" name="Google Shape;3031;p68">
              <a:extLst>
                <a:ext uri="{FF2B5EF4-FFF2-40B4-BE49-F238E27FC236}">
                  <a16:creationId xmlns:a16="http://schemas.microsoft.com/office/drawing/2014/main" id="{61B41D58-6BF2-41CD-97D9-429E4A8C1415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77" name="Google Shape;3032;p68">
              <a:extLst>
                <a:ext uri="{FF2B5EF4-FFF2-40B4-BE49-F238E27FC236}">
                  <a16:creationId xmlns:a16="http://schemas.microsoft.com/office/drawing/2014/main" id="{F14DA005-746A-4B87-9DBA-05BEC681BAB1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78" name="Google Shape;3033;p68">
              <a:extLst>
                <a:ext uri="{FF2B5EF4-FFF2-40B4-BE49-F238E27FC236}">
                  <a16:creationId xmlns:a16="http://schemas.microsoft.com/office/drawing/2014/main" id="{76D2DE80-F5DB-45E2-852E-B9C2E63E9989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79" name="Google Shape;3034;p68">
              <a:extLst>
                <a:ext uri="{FF2B5EF4-FFF2-40B4-BE49-F238E27FC236}">
                  <a16:creationId xmlns:a16="http://schemas.microsoft.com/office/drawing/2014/main" id="{7CCB1C6A-A46D-4972-AF6A-AA4228DE06AC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80" name="Google Shape;3035;p68">
              <a:extLst>
                <a:ext uri="{FF2B5EF4-FFF2-40B4-BE49-F238E27FC236}">
                  <a16:creationId xmlns:a16="http://schemas.microsoft.com/office/drawing/2014/main" id="{CF6DF003-E892-4DFC-8A5A-8F62F49F09F2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81" name="Google Shape;3036;p68">
              <a:extLst>
                <a:ext uri="{FF2B5EF4-FFF2-40B4-BE49-F238E27FC236}">
                  <a16:creationId xmlns:a16="http://schemas.microsoft.com/office/drawing/2014/main" id="{15B2AA4E-3E40-48B9-AC35-5E62748ECD49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82" name="Google Shape;3037;p68">
              <a:extLst>
                <a:ext uri="{FF2B5EF4-FFF2-40B4-BE49-F238E27FC236}">
                  <a16:creationId xmlns:a16="http://schemas.microsoft.com/office/drawing/2014/main" id="{D414A93A-27C4-4DB8-87C8-B0E9CE5C0784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83" name="Google Shape;3038;p68">
              <a:extLst>
                <a:ext uri="{FF2B5EF4-FFF2-40B4-BE49-F238E27FC236}">
                  <a16:creationId xmlns:a16="http://schemas.microsoft.com/office/drawing/2014/main" id="{C493BE0F-53EB-4875-BAE2-EE58920F83D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84" name="Google Shape;3039;p68">
              <a:extLst>
                <a:ext uri="{FF2B5EF4-FFF2-40B4-BE49-F238E27FC236}">
                  <a16:creationId xmlns:a16="http://schemas.microsoft.com/office/drawing/2014/main" id="{128D1350-CD64-485D-BCD5-BE2E41347A5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85" name="Google Shape;3040;p68">
              <a:extLst>
                <a:ext uri="{FF2B5EF4-FFF2-40B4-BE49-F238E27FC236}">
                  <a16:creationId xmlns:a16="http://schemas.microsoft.com/office/drawing/2014/main" id="{AD2282F7-A725-4169-BE9A-1EFE49BF1700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86" name="Google Shape;3041;p68">
              <a:extLst>
                <a:ext uri="{FF2B5EF4-FFF2-40B4-BE49-F238E27FC236}">
                  <a16:creationId xmlns:a16="http://schemas.microsoft.com/office/drawing/2014/main" id="{C58634B3-BA40-43F5-AAB7-FE39A2B2D0C0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87" name="Google Shape;3042;p68">
              <a:extLst>
                <a:ext uri="{FF2B5EF4-FFF2-40B4-BE49-F238E27FC236}">
                  <a16:creationId xmlns:a16="http://schemas.microsoft.com/office/drawing/2014/main" id="{2E12F049-B733-4A93-9700-376C34A5EE8D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88" name="Google Shape;3043;p68">
              <a:extLst>
                <a:ext uri="{FF2B5EF4-FFF2-40B4-BE49-F238E27FC236}">
                  <a16:creationId xmlns:a16="http://schemas.microsoft.com/office/drawing/2014/main" id="{FE780524-C6B8-4B8E-901F-A5F5ED8FF50A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89" name="Google Shape;3044;p68">
              <a:extLst>
                <a:ext uri="{FF2B5EF4-FFF2-40B4-BE49-F238E27FC236}">
                  <a16:creationId xmlns:a16="http://schemas.microsoft.com/office/drawing/2014/main" id="{75AC6446-1893-4487-8110-E1C766FED3F5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90" name="Google Shape;3045;p68">
              <a:extLst>
                <a:ext uri="{FF2B5EF4-FFF2-40B4-BE49-F238E27FC236}">
                  <a16:creationId xmlns:a16="http://schemas.microsoft.com/office/drawing/2014/main" id="{994A808F-8C94-4344-8CD7-EC74DAE2B1B9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91" name="Google Shape;3046;p68">
              <a:extLst>
                <a:ext uri="{FF2B5EF4-FFF2-40B4-BE49-F238E27FC236}">
                  <a16:creationId xmlns:a16="http://schemas.microsoft.com/office/drawing/2014/main" id="{49BC05CE-653B-4320-8DBF-75579F7B4761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92" name="Google Shape;3047;p68">
              <a:extLst>
                <a:ext uri="{FF2B5EF4-FFF2-40B4-BE49-F238E27FC236}">
                  <a16:creationId xmlns:a16="http://schemas.microsoft.com/office/drawing/2014/main" id="{A5778E66-FFCC-459C-B3E8-74EB1FF066A2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93" name="Google Shape;3048;p68">
              <a:extLst>
                <a:ext uri="{FF2B5EF4-FFF2-40B4-BE49-F238E27FC236}">
                  <a16:creationId xmlns:a16="http://schemas.microsoft.com/office/drawing/2014/main" id="{FA851C14-C982-4FCE-BB0B-618D9E8EB836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94" name="Google Shape;3049;p68">
              <a:extLst>
                <a:ext uri="{FF2B5EF4-FFF2-40B4-BE49-F238E27FC236}">
                  <a16:creationId xmlns:a16="http://schemas.microsoft.com/office/drawing/2014/main" id="{2CE6E0D9-DBC5-4438-8980-300BD5B9BB57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95" name="Google Shape;3050;p68">
              <a:extLst>
                <a:ext uri="{FF2B5EF4-FFF2-40B4-BE49-F238E27FC236}">
                  <a16:creationId xmlns:a16="http://schemas.microsoft.com/office/drawing/2014/main" id="{CAFCB5D8-4B5E-44BB-A8DD-539578940D1C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96" name="Google Shape;3051;p68">
              <a:extLst>
                <a:ext uri="{FF2B5EF4-FFF2-40B4-BE49-F238E27FC236}">
                  <a16:creationId xmlns:a16="http://schemas.microsoft.com/office/drawing/2014/main" id="{D7B31A45-2260-4120-816A-D8AFE38076FD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97" name="Google Shape;3052;p68">
              <a:extLst>
                <a:ext uri="{FF2B5EF4-FFF2-40B4-BE49-F238E27FC236}">
                  <a16:creationId xmlns:a16="http://schemas.microsoft.com/office/drawing/2014/main" id="{F32A0463-1329-4432-88F2-4B10827B9E13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98" name="Google Shape;3053;p68">
              <a:extLst>
                <a:ext uri="{FF2B5EF4-FFF2-40B4-BE49-F238E27FC236}">
                  <a16:creationId xmlns:a16="http://schemas.microsoft.com/office/drawing/2014/main" id="{287A571D-244D-4758-AAAB-D3A9309026D2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499" name="Google Shape;3054;p68">
              <a:extLst>
                <a:ext uri="{FF2B5EF4-FFF2-40B4-BE49-F238E27FC236}">
                  <a16:creationId xmlns:a16="http://schemas.microsoft.com/office/drawing/2014/main" id="{B2E6A5C2-CBF2-4805-9885-1BDBA4BF4499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00" name="Google Shape;3055;p68">
              <a:extLst>
                <a:ext uri="{FF2B5EF4-FFF2-40B4-BE49-F238E27FC236}">
                  <a16:creationId xmlns:a16="http://schemas.microsoft.com/office/drawing/2014/main" id="{EA4CCB07-A0D9-49D6-9DE4-FB23C3F7B40F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01" name="Google Shape;3056;p68">
              <a:extLst>
                <a:ext uri="{FF2B5EF4-FFF2-40B4-BE49-F238E27FC236}">
                  <a16:creationId xmlns:a16="http://schemas.microsoft.com/office/drawing/2014/main" id="{EC849B4D-1F4E-4D62-8D59-C986CBCB7FDE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02" name="Google Shape;3057;p68">
              <a:extLst>
                <a:ext uri="{FF2B5EF4-FFF2-40B4-BE49-F238E27FC236}">
                  <a16:creationId xmlns:a16="http://schemas.microsoft.com/office/drawing/2014/main" id="{767F80FF-C5F7-477F-B4FF-03ECAF197724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03" name="Google Shape;3058;p68">
              <a:extLst>
                <a:ext uri="{FF2B5EF4-FFF2-40B4-BE49-F238E27FC236}">
                  <a16:creationId xmlns:a16="http://schemas.microsoft.com/office/drawing/2014/main" id="{033B6568-7DC3-4906-866E-4BE3B1535ACC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04" name="Google Shape;3059;p68">
              <a:extLst>
                <a:ext uri="{FF2B5EF4-FFF2-40B4-BE49-F238E27FC236}">
                  <a16:creationId xmlns:a16="http://schemas.microsoft.com/office/drawing/2014/main" id="{BE8E45B5-2733-4B8E-A8B2-0933ADAA95D3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05" name="Google Shape;3060;p68">
              <a:extLst>
                <a:ext uri="{FF2B5EF4-FFF2-40B4-BE49-F238E27FC236}">
                  <a16:creationId xmlns:a16="http://schemas.microsoft.com/office/drawing/2014/main" id="{0204F102-0FF1-464B-82CD-91853B1252AC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06" name="Google Shape;3061;p68">
              <a:extLst>
                <a:ext uri="{FF2B5EF4-FFF2-40B4-BE49-F238E27FC236}">
                  <a16:creationId xmlns:a16="http://schemas.microsoft.com/office/drawing/2014/main" id="{2FA5D0C1-575B-4995-9C5C-BF0E1AFEECBA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07" name="Google Shape;3062;p68">
              <a:extLst>
                <a:ext uri="{FF2B5EF4-FFF2-40B4-BE49-F238E27FC236}">
                  <a16:creationId xmlns:a16="http://schemas.microsoft.com/office/drawing/2014/main" id="{4B0C7FB4-D559-45D7-AA65-E2C2FAA4F652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08" name="Google Shape;3063;p68">
              <a:extLst>
                <a:ext uri="{FF2B5EF4-FFF2-40B4-BE49-F238E27FC236}">
                  <a16:creationId xmlns:a16="http://schemas.microsoft.com/office/drawing/2014/main" id="{4C11B563-4736-44AA-A5BF-34281EA63601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09" name="Google Shape;3064;p68">
              <a:extLst>
                <a:ext uri="{FF2B5EF4-FFF2-40B4-BE49-F238E27FC236}">
                  <a16:creationId xmlns:a16="http://schemas.microsoft.com/office/drawing/2014/main" id="{3489C61D-9917-44E2-BC17-B266544ABB5E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10" name="Google Shape;3065;p68">
              <a:extLst>
                <a:ext uri="{FF2B5EF4-FFF2-40B4-BE49-F238E27FC236}">
                  <a16:creationId xmlns:a16="http://schemas.microsoft.com/office/drawing/2014/main" id="{B57F441B-EFB5-4B18-90D9-6FA450642AD3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11" name="Google Shape;3066;p68">
              <a:extLst>
                <a:ext uri="{FF2B5EF4-FFF2-40B4-BE49-F238E27FC236}">
                  <a16:creationId xmlns:a16="http://schemas.microsoft.com/office/drawing/2014/main" id="{C49F2134-585F-4C16-94F7-504F9717BF92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12" name="Google Shape;3067;p68">
              <a:extLst>
                <a:ext uri="{FF2B5EF4-FFF2-40B4-BE49-F238E27FC236}">
                  <a16:creationId xmlns:a16="http://schemas.microsoft.com/office/drawing/2014/main" id="{4D330C86-D92E-4AA4-A3E5-7EAC834610FE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13" name="Google Shape;3068;p68">
              <a:extLst>
                <a:ext uri="{FF2B5EF4-FFF2-40B4-BE49-F238E27FC236}">
                  <a16:creationId xmlns:a16="http://schemas.microsoft.com/office/drawing/2014/main" id="{667E1F68-A13E-4A36-9AD8-7B1D92FB00E4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14" name="Google Shape;3069;p68">
              <a:extLst>
                <a:ext uri="{FF2B5EF4-FFF2-40B4-BE49-F238E27FC236}">
                  <a16:creationId xmlns:a16="http://schemas.microsoft.com/office/drawing/2014/main" id="{6D8E3137-B50B-426A-B695-D466147893DA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15" name="Google Shape;3070;p68">
              <a:extLst>
                <a:ext uri="{FF2B5EF4-FFF2-40B4-BE49-F238E27FC236}">
                  <a16:creationId xmlns:a16="http://schemas.microsoft.com/office/drawing/2014/main" id="{9537DA8E-2806-4F38-AD1E-E8BC3F65187C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16" name="Google Shape;3071;p68">
              <a:extLst>
                <a:ext uri="{FF2B5EF4-FFF2-40B4-BE49-F238E27FC236}">
                  <a16:creationId xmlns:a16="http://schemas.microsoft.com/office/drawing/2014/main" id="{AFE5E872-FCDF-40E3-AD91-61B31E5AEE26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17" name="Google Shape;3072;p68">
              <a:extLst>
                <a:ext uri="{FF2B5EF4-FFF2-40B4-BE49-F238E27FC236}">
                  <a16:creationId xmlns:a16="http://schemas.microsoft.com/office/drawing/2014/main" id="{BD72589B-1AF1-44E3-8659-94590EBB0DC0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18" name="Google Shape;3073;p68">
              <a:extLst>
                <a:ext uri="{FF2B5EF4-FFF2-40B4-BE49-F238E27FC236}">
                  <a16:creationId xmlns:a16="http://schemas.microsoft.com/office/drawing/2014/main" id="{62347148-0B85-46D0-AFED-AE28F45A702D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19" name="Google Shape;3074;p68">
              <a:extLst>
                <a:ext uri="{FF2B5EF4-FFF2-40B4-BE49-F238E27FC236}">
                  <a16:creationId xmlns:a16="http://schemas.microsoft.com/office/drawing/2014/main" id="{A4510C5E-5917-4968-8222-47C99107351C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20" name="Google Shape;3075;p68">
              <a:extLst>
                <a:ext uri="{FF2B5EF4-FFF2-40B4-BE49-F238E27FC236}">
                  <a16:creationId xmlns:a16="http://schemas.microsoft.com/office/drawing/2014/main" id="{5C56DEB5-4D0E-4BFA-8D3D-EDA5A8CBD45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21" name="Google Shape;3076;p68">
              <a:extLst>
                <a:ext uri="{FF2B5EF4-FFF2-40B4-BE49-F238E27FC236}">
                  <a16:creationId xmlns:a16="http://schemas.microsoft.com/office/drawing/2014/main" id="{1511B926-4A52-4BF4-A8DD-45D95C30A74E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22" name="Google Shape;3077;p68">
              <a:extLst>
                <a:ext uri="{FF2B5EF4-FFF2-40B4-BE49-F238E27FC236}">
                  <a16:creationId xmlns:a16="http://schemas.microsoft.com/office/drawing/2014/main" id="{CAC63123-9E17-40EB-821B-C4A6A62A89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23" name="Google Shape;3078;p68">
              <a:extLst>
                <a:ext uri="{FF2B5EF4-FFF2-40B4-BE49-F238E27FC236}">
                  <a16:creationId xmlns:a16="http://schemas.microsoft.com/office/drawing/2014/main" id="{27F7B75C-83F8-4A3C-BDA4-582876566332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24" name="Google Shape;3079;p68">
              <a:extLst>
                <a:ext uri="{FF2B5EF4-FFF2-40B4-BE49-F238E27FC236}">
                  <a16:creationId xmlns:a16="http://schemas.microsoft.com/office/drawing/2014/main" id="{B15B682A-46FB-4DB7-BD88-E42E0EC5AECA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25" name="Google Shape;3080;p68">
              <a:extLst>
                <a:ext uri="{FF2B5EF4-FFF2-40B4-BE49-F238E27FC236}">
                  <a16:creationId xmlns:a16="http://schemas.microsoft.com/office/drawing/2014/main" id="{5A6FDB6F-B895-467B-B86D-FF4927C3F2B3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26" name="Google Shape;3081;p68">
              <a:extLst>
                <a:ext uri="{FF2B5EF4-FFF2-40B4-BE49-F238E27FC236}">
                  <a16:creationId xmlns:a16="http://schemas.microsoft.com/office/drawing/2014/main" id="{A04EDCA2-9952-49A5-9691-264D377283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27" name="Google Shape;3082;p68">
              <a:extLst>
                <a:ext uri="{FF2B5EF4-FFF2-40B4-BE49-F238E27FC236}">
                  <a16:creationId xmlns:a16="http://schemas.microsoft.com/office/drawing/2014/main" id="{73AC166D-7BD7-4EDC-8F8C-EE96F7C8FD81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28" name="Google Shape;3083;p68">
              <a:extLst>
                <a:ext uri="{FF2B5EF4-FFF2-40B4-BE49-F238E27FC236}">
                  <a16:creationId xmlns:a16="http://schemas.microsoft.com/office/drawing/2014/main" id="{7FE8FA6C-F5C4-40A1-819B-6418DCBFD38A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29" name="Google Shape;3084;p68">
              <a:extLst>
                <a:ext uri="{FF2B5EF4-FFF2-40B4-BE49-F238E27FC236}">
                  <a16:creationId xmlns:a16="http://schemas.microsoft.com/office/drawing/2014/main" id="{434A3AC1-7805-4FD9-8B98-DC5E991B13B1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30" name="Google Shape;3085;p68">
              <a:extLst>
                <a:ext uri="{FF2B5EF4-FFF2-40B4-BE49-F238E27FC236}">
                  <a16:creationId xmlns:a16="http://schemas.microsoft.com/office/drawing/2014/main" id="{134CED13-D1DD-4CAB-A886-B978F727C0A0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31" name="Google Shape;3086;p68">
              <a:extLst>
                <a:ext uri="{FF2B5EF4-FFF2-40B4-BE49-F238E27FC236}">
                  <a16:creationId xmlns:a16="http://schemas.microsoft.com/office/drawing/2014/main" id="{C5001CD5-B55B-49AF-8FA2-22BF66787173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32" name="Google Shape;3087;p68">
              <a:extLst>
                <a:ext uri="{FF2B5EF4-FFF2-40B4-BE49-F238E27FC236}">
                  <a16:creationId xmlns:a16="http://schemas.microsoft.com/office/drawing/2014/main" id="{89B86194-8874-4E74-B240-3D6CDFD245A5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33" name="Google Shape;3088;p68">
              <a:extLst>
                <a:ext uri="{FF2B5EF4-FFF2-40B4-BE49-F238E27FC236}">
                  <a16:creationId xmlns:a16="http://schemas.microsoft.com/office/drawing/2014/main" id="{92D951E6-7C73-49D6-916E-80CF16569757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34" name="Google Shape;3089;p68">
              <a:extLst>
                <a:ext uri="{FF2B5EF4-FFF2-40B4-BE49-F238E27FC236}">
                  <a16:creationId xmlns:a16="http://schemas.microsoft.com/office/drawing/2014/main" id="{C51AD321-662A-4F42-939D-4B1AFA8A497F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35" name="Google Shape;3090;p68">
              <a:extLst>
                <a:ext uri="{FF2B5EF4-FFF2-40B4-BE49-F238E27FC236}">
                  <a16:creationId xmlns:a16="http://schemas.microsoft.com/office/drawing/2014/main" id="{0A5D1032-C50D-4D38-BE20-E0B58692E224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36" name="Google Shape;3091;p68">
              <a:extLst>
                <a:ext uri="{FF2B5EF4-FFF2-40B4-BE49-F238E27FC236}">
                  <a16:creationId xmlns:a16="http://schemas.microsoft.com/office/drawing/2014/main" id="{21846B21-FF15-4721-AAC1-C29D2B5233EE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37" name="Google Shape;3092;p68">
              <a:extLst>
                <a:ext uri="{FF2B5EF4-FFF2-40B4-BE49-F238E27FC236}">
                  <a16:creationId xmlns:a16="http://schemas.microsoft.com/office/drawing/2014/main" id="{AF0B7C33-8E24-404A-A83F-08C3053A51D6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38" name="Google Shape;3093;p68">
              <a:extLst>
                <a:ext uri="{FF2B5EF4-FFF2-40B4-BE49-F238E27FC236}">
                  <a16:creationId xmlns:a16="http://schemas.microsoft.com/office/drawing/2014/main" id="{24A61B47-6066-4CF9-8FA6-3A1A3587DA8E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39" name="Google Shape;3094;p68">
              <a:extLst>
                <a:ext uri="{FF2B5EF4-FFF2-40B4-BE49-F238E27FC236}">
                  <a16:creationId xmlns:a16="http://schemas.microsoft.com/office/drawing/2014/main" id="{E595FF29-C139-44EB-ACF7-C5CC6E8496DA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40" name="Google Shape;3095;p68">
              <a:extLst>
                <a:ext uri="{FF2B5EF4-FFF2-40B4-BE49-F238E27FC236}">
                  <a16:creationId xmlns:a16="http://schemas.microsoft.com/office/drawing/2014/main" id="{0B90883A-7BDD-498D-BD3C-63F3659065F7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41" name="Google Shape;3096;p68">
              <a:extLst>
                <a:ext uri="{FF2B5EF4-FFF2-40B4-BE49-F238E27FC236}">
                  <a16:creationId xmlns:a16="http://schemas.microsoft.com/office/drawing/2014/main" id="{616BA2E9-FEBC-4ED6-A381-BAF891A39414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42" name="Google Shape;3097;p68">
              <a:extLst>
                <a:ext uri="{FF2B5EF4-FFF2-40B4-BE49-F238E27FC236}">
                  <a16:creationId xmlns:a16="http://schemas.microsoft.com/office/drawing/2014/main" id="{05296B2F-A302-4DF0-8607-1EC50FABA5D8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43" name="Google Shape;3098;p68">
              <a:extLst>
                <a:ext uri="{FF2B5EF4-FFF2-40B4-BE49-F238E27FC236}">
                  <a16:creationId xmlns:a16="http://schemas.microsoft.com/office/drawing/2014/main" id="{326E03B6-CF99-4E28-961F-BDB8DBA5BA95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44" name="Google Shape;3099;p68">
              <a:extLst>
                <a:ext uri="{FF2B5EF4-FFF2-40B4-BE49-F238E27FC236}">
                  <a16:creationId xmlns:a16="http://schemas.microsoft.com/office/drawing/2014/main" id="{1DBFB1BE-BE0C-481D-91F7-19E91B9A35CF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45" name="Google Shape;3100;p68">
              <a:extLst>
                <a:ext uri="{FF2B5EF4-FFF2-40B4-BE49-F238E27FC236}">
                  <a16:creationId xmlns:a16="http://schemas.microsoft.com/office/drawing/2014/main" id="{13B0371D-BE69-4C78-BB4A-8CDB3631CF21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46" name="Google Shape;3101;p68">
              <a:extLst>
                <a:ext uri="{FF2B5EF4-FFF2-40B4-BE49-F238E27FC236}">
                  <a16:creationId xmlns:a16="http://schemas.microsoft.com/office/drawing/2014/main" id="{1022495F-0F0F-4565-966E-202B9F1F90BA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47" name="Google Shape;3102;p68">
              <a:extLst>
                <a:ext uri="{FF2B5EF4-FFF2-40B4-BE49-F238E27FC236}">
                  <a16:creationId xmlns:a16="http://schemas.microsoft.com/office/drawing/2014/main" id="{F35D5CA9-05CA-470C-B51C-0039360DEEAB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48" name="Google Shape;3103;p68">
              <a:extLst>
                <a:ext uri="{FF2B5EF4-FFF2-40B4-BE49-F238E27FC236}">
                  <a16:creationId xmlns:a16="http://schemas.microsoft.com/office/drawing/2014/main" id="{29813566-CDA4-4412-B52D-5F2AAEFF0910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49" name="Google Shape;3104;p68">
              <a:extLst>
                <a:ext uri="{FF2B5EF4-FFF2-40B4-BE49-F238E27FC236}">
                  <a16:creationId xmlns:a16="http://schemas.microsoft.com/office/drawing/2014/main" id="{F9903107-3A78-4B32-82A1-8AED868D3672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50" name="Google Shape;3105;p68">
              <a:extLst>
                <a:ext uri="{FF2B5EF4-FFF2-40B4-BE49-F238E27FC236}">
                  <a16:creationId xmlns:a16="http://schemas.microsoft.com/office/drawing/2014/main" id="{1F0B74DE-C79A-44B5-9C7C-EDFCC2CB901B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51" name="Google Shape;3106;p68">
              <a:extLst>
                <a:ext uri="{FF2B5EF4-FFF2-40B4-BE49-F238E27FC236}">
                  <a16:creationId xmlns:a16="http://schemas.microsoft.com/office/drawing/2014/main" id="{E4A0FD45-2F66-4CA0-AD88-85053AE323E6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52" name="Google Shape;3107;p68">
              <a:extLst>
                <a:ext uri="{FF2B5EF4-FFF2-40B4-BE49-F238E27FC236}">
                  <a16:creationId xmlns:a16="http://schemas.microsoft.com/office/drawing/2014/main" id="{20B19151-436A-4A50-9E5A-0A379C85CFDC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53" name="Google Shape;3108;p68">
              <a:extLst>
                <a:ext uri="{FF2B5EF4-FFF2-40B4-BE49-F238E27FC236}">
                  <a16:creationId xmlns:a16="http://schemas.microsoft.com/office/drawing/2014/main" id="{E0B3B848-1862-494C-84B6-88F0939260AA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54" name="Google Shape;3109;p68">
              <a:extLst>
                <a:ext uri="{FF2B5EF4-FFF2-40B4-BE49-F238E27FC236}">
                  <a16:creationId xmlns:a16="http://schemas.microsoft.com/office/drawing/2014/main" id="{6F0EF127-F761-425E-A5EE-7381F66314B8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55" name="Google Shape;3110;p68">
              <a:extLst>
                <a:ext uri="{FF2B5EF4-FFF2-40B4-BE49-F238E27FC236}">
                  <a16:creationId xmlns:a16="http://schemas.microsoft.com/office/drawing/2014/main" id="{A6C84ADA-C2F2-449E-8B81-E979FAB65B6C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56" name="Google Shape;3111;p68">
              <a:extLst>
                <a:ext uri="{FF2B5EF4-FFF2-40B4-BE49-F238E27FC236}">
                  <a16:creationId xmlns:a16="http://schemas.microsoft.com/office/drawing/2014/main" id="{1BBA0E81-9E5E-4D05-88C3-B8AD76D0FEA7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57" name="Google Shape;3112;p68">
              <a:extLst>
                <a:ext uri="{FF2B5EF4-FFF2-40B4-BE49-F238E27FC236}">
                  <a16:creationId xmlns:a16="http://schemas.microsoft.com/office/drawing/2014/main" id="{985EFAB5-4656-4787-B2C7-5FA7E21A1DEC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58" name="Google Shape;3113;p68">
              <a:extLst>
                <a:ext uri="{FF2B5EF4-FFF2-40B4-BE49-F238E27FC236}">
                  <a16:creationId xmlns:a16="http://schemas.microsoft.com/office/drawing/2014/main" id="{31B7F051-62CE-4C82-9997-016FDE1643F3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59" name="Google Shape;3114;p68">
              <a:extLst>
                <a:ext uri="{FF2B5EF4-FFF2-40B4-BE49-F238E27FC236}">
                  <a16:creationId xmlns:a16="http://schemas.microsoft.com/office/drawing/2014/main" id="{C63DC08C-ADDD-475D-8C86-41884EA91049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60" name="Google Shape;3115;p68">
              <a:extLst>
                <a:ext uri="{FF2B5EF4-FFF2-40B4-BE49-F238E27FC236}">
                  <a16:creationId xmlns:a16="http://schemas.microsoft.com/office/drawing/2014/main" id="{44C81818-9EE4-4A74-8F5A-972EB9F62B16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61" name="Google Shape;3116;p68">
              <a:extLst>
                <a:ext uri="{FF2B5EF4-FFF2-40B4-BE49-F238E27FC236}">
                  <a16:creationId xmlns:a16="http://schemas.microsoft.com/office/drawing/2014/main" id="{D96E41F2-FEC6-4CD0-A9CE-552E7E0BEB64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62" name="Google Shape;3117;p68">
              <a:extLst>
                <a:ext uri="{FF2B5EF4-FFF2-40B4-BE49-F238E27FC236}">
                  <a16:creationId xmlns:a16="http://schemas.microsoft.com/office/drawing/2014/main" id="{5D06C8DB-9DB3-4342-9FA5-80AB915CA32A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63" name="Google Shape;3118;p68">
              <a:extLst>
                <a:ext uri="{FF2B5EF4-FFF2-40B4-BE49-F238E27FC236}">
                  <a16:creationId xmlns:a16="http://schemas.microsoft.com/office/drawing/2014/main" id="{DF0B1747-4F6E-4899-9AFF-B92A4D74BFDC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64" name="Google Shape;3119;p68">
              <a:extLst>
                <a:ext uri="{FF2B5EF4-FFF2-40B4-BE49-F238E27FC236}">
                  <a16:creationId xmlns:a16="http://schemas.microsoft.com/office/drawing/2014/main" id="{A17A329A-09F2-420C-8D1C-BF8444BC8AB2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65" name="Google Shape;3120;p68">
              <a:extLst>
                <a:ext uri="{FF2B5EF4-FFF2-40B4-BE49-F238E27FC236}">
                  <a16:creationId xmlns:a16="http://schemas.microsoft.com/office/drawing/2014/main" id="{83E9D307-F6C6-4001-8F2F-1F023CAD44B4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66" name="Google Shape;3121;p68">
              <a:extLst>
                <a:ext uri="{FF2B5EF4-FFF2-40B4-BE49-F238E27FC236}">
                  <a16:creationId xmlns:a16="http://schemas.microsoft.com/office/drawing/2014/main" id="{B55EA2FF-799A-4359-B941-491C99841359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67" name="Google Shape;3122;p68">
              <a:extLst>
                <a:ext uri="{FF2B5EF4-FFF2-40B4-BE49-F238E27FC236}">
                  <a16:creationId xmlns:a16="http://schemas.microsoft.com/office/drawing/2014/main" id="{5A6AF5C9-1EDC-4C76-9E88-7FA58AEC4E34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68" name="Google Shape;3123;p68">
              <a:extLst>
                <a:ext uri="{FF2B5EF4-FFF2-40B4-BE49-F238E27FC236}">
                  <a16:creationId xmlns:a16="http://schemas.microsoft.com/office/drawing/2014/main" id="{DC6AABBB-047D-4992-8A6F-2E6BD649D102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69" name="Google Shape;3124;p68">
              <a:extLst>
                <a:ext uri="{FF2B5EF4-FFF2-40B4-BE49-F238E27FC236}">
                  <a16:creationId xmlns:a16="http://schemas.microsoft.com/office/drawing/2014/main" id="{E341B297-FF0D-40A2-B2FA-B06C6EFB4A5E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70" name="Google Shape;3125;p68">
              <a:extLst>
                <a:ext uri="{FF2B5EF4-FFF2-40B4-BE49-F238E27FC236}">
                  <a16:creationId xmlns:a16="http://schemas.microsoft.com/office/drawing/2014/main" id="{EDE168D7-B018-4C51-82A5-5D408C4AFE22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71" name="Google Shape;3126;p68">
              <a:extLst>
                <a:ext uri="{FF2B5EF4-FFF2-40B4-BE49-F238E27FC236}">
                  <a16:creationId xmlns:a16="http://schemas.microsoft.com/office/drawing/2014/main" id="{C8DE7C96-08AD-4A5F-89E7-8BA2D8341654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72" name="Google Shape;3127;p68">
              <a:extLst>
                <a:ext uri="{FF2B5EF4-FFF2-40B4-BE49-F238E27FC236}">
                  <a16:creationId xmlns:a16="http://schemas.microsoft.com/office/drawing/2014/main" id="{5BD6764F-0704-48A5-A33C-B58E4C5FB69A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73" name="Google Shape;3128;p68">
              <a:extLst>
                <a:ext uri="{FF2B5EF4-FFF2-40B4-BE49-F238E27FC236}">
                  <a16:creationId xmlns:a16="http://schemas.microsoft.com/office/drawing/2014/main" id="{51C186EC-9A95-45D9-B3D7-C7D6D62A6016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74" name="Google Shape;3129;p68">
              <a:extLst>
                <a:ext uri="{FF2B5EF4-FFF2-40B4-BE49-F238E27FC236}">
                  <a16:creationId xmlns:a16="http://schemas.microsoft.com/office/drawing/2014/main" id="{89504C7D-3486-41A8-A600-3FD502E7F327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75" name="Google Shape;3130;p68">
              <a:extLst>
                <a:ext uri="{FF2B5EF4-FFF2-40B4-BE49-F238E27FC236}">
                  <a16:creationId xmlns:a16="http://schemas.microsoft.com/office/drawing/2014/main" id="{CE25AFE0-4615-40DA-9F2A-A0B587994A8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76" name="Google Shape;3131;p68">
              <a:extLst>
                <a:ext uri="{FF2B5EF4-FFF2-40B4-BE49-F238E27FC236}">
                  <a16:creationId xmlns:a16="http://schemas.microsoft.com/office/drawing/2014/main" id="{859F7CD1-E838-43AC-95BE-16FB698CFF9B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77" name="Google Shape;3132;p68">
              <a:extLst>
                <a:ext uri="{FF2B5EF4-FFF2-40B4-BE49-F238E27FC236}">
                  <a16:creationId xmlns:a16="http://schemas.microsoft.com/office/drawing/2014/main" id="{B8747282-8478-4B58-AA28-886AC9AE912D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78" name="Google Shape;3133;p68">
              <a:extLst>
                <a:ext uri="{FF2B5EF4-FFF2-40B4-BE49-F238E27FC236}">
                  <a16:creationId xmlns:a16="http://schemas.microsoft.com/office/drawing/2014/main" id="{29DFA9DE-4B5F-483F-9CB4-9CC92EADB38E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79" name="Google Shape;3134;p68">
              <a:extLst>
                <a:ext uri="{FF2B5EF4-FFF2-40B4-BE49-F238E27FC236}">
                  <a16:creationId xmlns:a16="http://schemas.microsoft.com/office/drawing/2014/main" id="{6191CB22-7359-4472-90D0-47AA0AA923CE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80" name="Google Shape;3135;p68">
              <a:extLst>
                <a:ext uri="{FF2B5EF4-FFF2-40B4-BE49-F238E27FC236}">
                  <a16:creationId xmlns:a16="http://schemas.microsoft.com/office/drawing/2014/main" id="{96AE16AF-BD6D-4B91-A69F-CD8EB1008A17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81" name="Google Shape;3136;p68">
              <a:extLst>
                <a:ext uri="{FF2B5EF4-FFF2-40B4-BE49-F238E27FC236}">
                  <a16:creationId xmlns:a16="http://schemas.microsoft.com/office/drawing/2014/main" id="{00BCB9E7-CAA9-4E42-B79A-841B1512B1DC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82" name="Google Shape;3137;p68">
              <a:extLst>
                <a:ext uri="{FF2B5EF4-FFF2-40B4-BE49-F238E27FC236}">
                  <a16:creationId xmlns:a16="http://schemas.microsoft.com/office/drawing/2014/main" id="{9EE82676-0449-4B7C-9177-FCA15C40FBFA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83" name="Google Shape;3138;p68">
              <a:extLst>
                <a:ext uri="{FF2B5EF4-FFF2-40B4-BE49-F238E27FC236}">
                  <a16:creationId xmlns:a16="http://schemas.microsoft.com/office/drawing/2014/main" id="{0461B807-877A-4ED6-BEAF-51ACC8C64543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84" name="Google Shape;3139;p68">
              <a:extLst>
                <a:ext uri="{FF2B5EF4-FFF2-40B4-BE49-F238E27FC236}">
                  <a16:creationId xmlns:a16="http://schemas.microsoft.com/office/drawing/2014/main" id="{EAAEA055-6E43-4AB1-8E4E-080999703FA2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85" name="Google Shape;3140;p68">
              <a:extLst>
                <a:ext uri="{FF2B5EF4-FFF2-40B4-BE49-F238E27FC236}">
                  <a16:creationId xmlns:a16="http://schemas.microsoft.com/office/drawing/2014/main" id="{374F2BB4-75F4-4348-B8A9-3536D145212F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86" name="Google Shape;3141;p68">
              <a:extLst>
                <a:ext uri="{FF2B5EF4-FFF2-40B4-BE49-F238E27FC236}">
                  <a16:creationId xmlns:a16="http://schemas.microsoft.com/office/drawing/2014/main" id="{95DE6B5C-1073-4D43-A8C9-5C35CDE07E2E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87" name="Google Shape;3142;p68">
              <a:extLst>
                <a:ext uri="{FF2B5EF4-FFF2-40B4-BE49-F238E27FC236}">
                  <a16:creationId xmlns:a16="http://schemas.microsoft.com/office/drawing/2014/main" id="{418537FA-F049-4549-8157-C3341750E233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88" name="Google Shape;3143;p68">
              <a:extLst>
                <a:ext uri="{FF2B5EF4-FFF2-40B4-BE49-F238E27FC236}">
                  <a16:creationId xmlns:a16="http://schemas.microsoft.com/office/drawing/2014/main" id="{198DD5CA-9A6E-4CA7-B3EB-CEA8F4F6115D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89" name="Google Shape;3144;p68">
              <a:extLst>
                <a:ext uri="{FF2B5EF4-FFF2-40B4-BE49-F238E27FC236}">
                  <a16:creationId xmlns:a16="http://schemas.microsoft.com/office/drawing/2014/main" id="{21F259C3-3C47-428F-B300-F8B91341F818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90" name="Google Shape;3145;p68">
              <a:extLst>
                <a:ext uri="{FF2B5EF4-FFF2-40B4-BE49-F238E27FC236}">
                  <a16:creationId xmlns:a16="http://schemas.microsoft.com/office/drawing/2014/main" id="{3CA88524-B96A-4F15-A04C-4C87D0348A89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91" name="Google Shape;3146;p68">
              <a:extLst>
                <a:ext uri="{FF2B5EF4-FFF2-40B4-BE49-F238E27FC236}">
                  <a16:creationId xmlns:a16="http://schemas.microsoft.com/office/drawing/2014/main" id="{7453EE1E-5D54-49E3-B7A3-1B2EA931BE95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92" name="Google Shape;3147;p68">
              <a:extLst>
                <a:ext uri="{FF2B5EF4-FFF2-40B4-BE49-F238E27FC236}">
                  <a16:creationId xmlns:a16="http://schemas.microsoft.com/office/drawing/2014/main" id="{E8F14B70-7C3B-4E4F-AF35-BCB4D4D492A3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93" name="Google Shape;3148;p68">
              <a:extLst>
                <a:ext uri="{FF2B5EF4-FFF2-40B4-BE49-F238E27FC236}">
                  <a16:creationId xmlns:a16="http://schemas.microsoft.com/office/drawing/2014/main" id="{BA323CA8-046E-42DE-A16C-12EDDE87C50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94" name="Google Shape;3149;p68">
              <a:extLst>
                <a:ext uri="{FF2B5EF4-FFF2-40B4-BE49-F238E27FC236}">
                  <a16:creationId xmlns:a16="http://schemas.microsoft.com/office/drawing/2014/main" id="{CA87354E-A040-4DEE-B055-F2A74312D9D3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95" name="Google Shape;3150;p68">
              <a:extLst>
                <a:ext uri="{FF2B5EF4-FFF2-40B4-BE49-F238E27FC236}">
                  <a16:creationId xmlns:a16="http://schemas.microsoft.com/office/drawing/2014/main" id="{609E8B4D-DBDD-45B6-AEA4-E1327D34DD24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96" name="Google Shape;3151;p68">
              <a:extLst>
                <a:ext uri="{FF2B5EF4-FFF2-40B4-BE49-F238E27FC236}">
                  <a16:creationId xmlns:a16="http://schemas.microsoft.com/office/drawing/2014/main" id="{1FBA5A5F-4D34-4DDD-A5A2-B0E8DEEAA33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97" name="Google Shape;3152;p68">
              <a:extLst>
                <a:ext uri="{FF2B5EF4-FFF2-40B4-BE49-F238E27FC236}">
                  <a16:creationId xmlns:a16="http://schemas.microsoft.com/office/drawing/2014/main" id="{F3204B77-568B-4DCE-95EC-631D81B34785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98" name="Google Shape;3153;p68">
              <a:extLst>
                <a:ext uri="{FF2B5EF4-FFF2-40B4-BE49-F238E27FC236}">
                  <a16:creationId xmlns:a16="http://schemas.microsoft.com/office/drawing/2014/main" id="{3B3F0759-A29F-4AF3-BAE0-22BA5FBD264E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599" name="Google Shape;3154;p68">
              <a:extLst>
                <a:ext uri="{FF2B5EF4-FFF2-40B4-BE49-F238E27FC236}">
                  <a16:creationId xmlns:a16="http://schemas.microsoft.com/office/drawing/2014/main" id="{D54705CC-BBD9-4AF7-9C37-AD386053C52A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00" name="Google Shape;3155;p68">
              <a:extLst>
                <a:ext uri="{FF2B5EF4-FFF2-40B4-BE49-F238E27FC236}">
                  <a16:creationId xmlns:a16="http://schemas.microsoft.com/office/drawing/2014/main" id="{9A40AE7C-C360-4D4E-AF8B-6DCE45A5D9E8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01" name="Google Shape;3156;p68">
              <a:extLst>
                <a:ext uri="{FF2B5EF4-FFF2-40B4-BE49-F238E27FC236}">
                  <a16:creationId xmlns:a16="http://schemas.microsoft.com/office/drawing/2014/main" id="{945F0A4F-49BD-4B1C-B8B5-AE10D09AAE33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02" name="Google Shape;3157;p68">
              <a:extLst>
                <a:ext uri="{FF2B5EF4-FFF2-40B4-BE49-F238E27FC236}">
                  <a16:creationId xmlns:a16="http://schemas.microsoft.com/office/drawing/2014/main" id="{62C46205-16E7-4940-B0DC-81A1519B9E88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03" name="Google Shape;3158;p68">
              <a:extLst>
                <a:ext uri="{FF2B5EF4-FFF2-40B4-BE49-F238E27FC236}">
                  <a16:creationId xmlns:a16="http://schemas.microsoft.com/office/drawing/2014/main" id="{5CFEFEB8-094F-44C6-8EAC-A14ACF8B5A31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04" name="Google Shape;3159;p68">
              <a:extLst>
                <a:ext uri="{FF2B5EF4-FFF2-40B4-BE49-F238E27FC236}">
                  <a16:creationId xmlns:a16="http://schemas.microsoft.com/office/drawing/2014/main" id="{F0BD3BB7-7214-40E6-B56F-3585EBF6BACF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05" name="Google Shape;3160;p68">
              <a:extLst>
                <a:ext uri="{FF2B5EF4-FFF2-40B4-BE49-F238E27FC236}">
                  <a16:creationId xmlns:a16="http://schemas.microsoft.com/office/drawing/2014/main" id="{032C343C-FEF2-40CE-8718-02A65C0CCB9B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06" name="Google Shape;3161;p68">
              <a:extLst>
                <a:ext uri="{FF2B5EF4-FFF2-40B4-BE49-F238E27FC236}">
                  <a16:creationId xmlns:a16="http://schemas.microsoft.com/office/drawing/2014/main" id="{C9E31A50-9E99-43C8-8FE3-58141D0BE9AE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07" name="Google Shape;3162;p68">
              <a:extLst>
                <a:ext uri="{FF2B5EF4-FFF2-40B4-BE49-F238E27FC236}">
                  <a16:creationId xmlns:a16="http://schemas.microsoft.com/office/drawing/2014/main" id="{76B53E4A-A465-420D-9263-1F0B30BC1571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08" name="Google Shape;3163;p68">
              <a:extLst>
                <a:ext uri="{FF2B5EF4-FFF2-40B4-BE49-F238E27FC236}">
                  <a16:creationId xmlns:a16="http://schemas.microsoft.com/office/drawing/2014/main" id="{2837529C-2BD6-4267-B674-2CD672A71572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09" name="Google Shape;3164;p68">
              <a:extLst>
                <a:ext uri="{FF2B5EF4-FFF2-40B4-BE49-F238E27FC236}">
                  <a16:creationId xmlns:a16="http://schemas.microsoft.com/office/drawing/2014/main" id="{896C1882-06DA-49B3-ADF4-C468F0684644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10" name="Google Shape;3165;p68">
              <a:extLst>
                <a:ext uri="{FF2B5EF4-FFF2-40B4-BE49-F238E27FC236}">
                  <a16:creationId xmlns:a16="http://schemas.microsoft.com/office/drawing/2014/main" id="{50E1521A-0519-4EB5-973D-4F7DE3616166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11" name="Google Shape;3166;p68">
              <a:extLst>
                <a:ext uri="{FF2B5EF4-FFF2-40B4-BE49-F238E27FC236}">
                  <a16:creationId xmlns:a16="http://schemas.microsoft.com/office/drawing/2014/main" id="{9F96EF1C-F270-4C29-B33D-1FBEA79508E5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12" name="Google Shape;3167;p68">
              <a:extLst>
                <a:ext uri="{FF2B5EF4-FFF2-40B4-BE49-F238E27FC236}">
                  <a16:creationId xmlns:a16="http://schemas.microsoft.com/office/drawing/2014/main" id="{99A84547-E5EE-484B-AE42-7DCF57C4962E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13" name="Google Shape;3168;p68">
              <a:extLst>
                <a:ext uri="{FF2B5EF4-FFF2-40B4-BE49-F238E27FC236}">
                  <a16:creationId xmlns:a16="http://schemas.microsoft.com/office/drawing/2014/main" id="{78558C28-DCB0-4C2A-9DBF-BD989FB27832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14" name="Google Shape;3169;p68">
              <a:extLst>
                <a:ext uri="{FF2B5EF4-FFF2-40B4-BE49-F238E27FC236}">
                  <a16:creationId xmlns:a16="http://schemas.microsoft.com/office/drawing/2014/main" id="{87BB803E-D262-468C-B159-0EC1C37B9A7C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15" name="Google Shape;3170;p68">
              <a:extLst>
                <a:ext uri="{FF2B5EF4-FFF2-40B4-BE49-F238E27FC236}">
                  <a16:creationId xmlns:a16="http://schemas.microsoft.com/office/drawing/2014/main" id="{2DC8A94C-F343-40C5-8E12-3B24B7528F62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16" name="Google Shape;3171;p68">
              <a:extLst>
                <a:ext uri="{FF2B5EF4-FFF2-40B4-BE49-F238E27FC236}">
                  <a16:creationId xmlns:a16="http://schemas.microsoft.com/office/drawing/2014/main" id="{AFD91E0F-C315-4F05-A9F7-AF6751079206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17" name="Google Shape;3172;p68">
              <a:extLst>
                <a:ext uri="{FF2B5EF4-FFF2-40B4-BE49-F238E27FC236}">
                  <a16:creationId xmlns:a16="http://schemas.microsoft.com/office/drawing/2014/main" id="{FB6873FB-CFCC-49D7-A41B-B07E1F3852B2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18" name="Google Shape;3173;p68">
              <a:extLst>
                <a:ext uri="{FF2B5EF4-FFF2-40B4-BE49-F238E27FC236}">
                  <a16:creationId xmlns:a16="http://schemas.microsoft.com/office/drawing/2014/main" id="{CD14D2AB-224F-4AEA-BD31-76A4AC371143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19" name="Google Shape;3174;p68">
              <a:extLst>
                <a:ext uri="{FF2B5EF4-FFF2-40B4-BE49-F238E27FC236}">
                  <a16:creationId xmlns:a16="http://schemas.microsoft.com/office/drawing/2014/main" id="{8E9F5EEB-F31B-45D8-9FCE-5073E0949628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20" name="Google Shape;3175;p68">
              <a:extLst>
                <a:ext uri="{FF2B5EF4-FFF2-40B4-BE49-F238E27FC236}">
                  <a16:creationId xmlns:a16="http://schemas.microsoft.com/office/drawing/2014/main" id="{E239E8C7-8FCE-4CF7-BF60-FDAB39B6D076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21" name="Google Shape;3176;p68">
              <a:extLst>
                <a:ext uri="{FF2B5EF4-FFF2-40B4-BE49-F238E27FC236}">
                  <a16:creationId xmlns:a16="http://schemas.microsoft.com/office/drawing/2014/main" id="{4CBDA6D2-63A1-4D65-B8C5-C79453537FBE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22" name="Google Shape;3177;p68">
              <a:extLst>
                <a:ext uri="{FF2B5EF4-FFF2-40B4-BE49-F238E27FC236}">
                  <a16:creationId xmlns:a16="http://schemas.microsoft.com/office/drawing/2014/main" id="{1B4192B2-9803-44C7-97EC-DB0ECC49274F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23" name="Google Shape;3178;p68">
              <a:extLst>
                <a:ext uri="{FF2B5EF4-FFF2-40B4-BE49-F238E27FC236}">
                  <a16:creationId xmlns:a16="http://schemas.microsoft.com/office/drawing/2014/main" id="{279ECAF3-F6F1-4AD1-943C-318776456FBA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24" name="Google Shape;3179;p68">
              <a:extLst>
                <a:ext uri="{FF2B5EF4-FFF2-40B4-BE49-F238E27FC236}">
                  <a16:creationId xmlns:a16="http://schemas.microsoft.com/office/drawing/2014/main" id="{7BDF4431-A041-44CB-B270-631718711DC0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25" name="Google Shape;3180;p68">
              <a:extLst>
                <a:ext uri="{FF2B5EF4-FFF2-40B4-BE49-F238E27FC236}">
                  <a16:creationId xmlns:a16="http://schemas.microsoft.com/office/drawing/2014/main" id="{464E2B78-718F-48FD-976D-D3FFCBA8306E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26" name="Google Shape;3181;p68">
              <a:extLst>
                <a:ext uri="{FF2B5EF4-FFF2-40B4-BE49-F238E27FC236}">
                  <a16:creationId xmlns:a16="http://schemas.microsoft.com/office/drawing/2014/main" id="{3AC23B7D-CCC9-4DA9-BBF8-64E3275D8490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27" name="Google Shape;3182;p68">
              <a:extLst>
                <a:ext uri="{FF2B5EF4-FFF2-40B4-BE49-F238E27FC236}">
                  <a16:creationId xmlns:a16="http://schemas.microsoft.com/office/drawing/2014/main" id="{B105EF50-81F9-4100-AC0A-868F9B97F4A2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28" name="Google Shape;3183;p68">
              <a:extLst>
                <a:ext uri="{FF2B5EF4-FFF2-40B4-BE49-F238E27FC236}">
                  <a16:creationId xmlns:a16="http://schemas.microsoft.com/office/drawing/2014/main" id="{A39A9C69-A39E-482F-AD4C-9B9F505F7553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29" name="Google Shape;3184;p68">
              <a:extLst>
                <a:ext uri="{FF2B5EF4-FFF2-40B4-BE49-F238E27FC236}">
                  <a16:creationId xmlns:a16="http://schemas.microsoft.com/office/drawing/2014/main" id="{2916BB7C-333A-4B55-971A-F4DBBB72F72F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30" name="Google Shape;3185;p68">
              <a:extLst>
                <a:ext uri="{FF2B5EF4-FFF2-40B4-BE49-F238E27FC236}">
                  <a16:creationId xmlns:a16="http://schemas.microsoft.com/office/drawing/2014/main" id="{1123C8A7-08CE-4B60-ABB3-5047B79B0EEC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31" name="Google Shape;3186;p68">
              <a:extLst>
                <a:ext uri="{FF2B5EF4-FFF2-40B4-BE49-F238E27FC236}">
                  <a16:creationId xmlns:a16="http://schemas.microsoft.com/office/drawing/2014/main" id="{7273C81C-7A25-4976-B092-7FB3B5278959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32" name="Google Shape;3187;p68">
              <a:extLst>
                <a:ext uri="{FF2B5EF4-FFF2-40B4-BE49-F238E27FC236}">
                  <a16:creationId xmlns:a16="http://schemas.microsoft.com/office/drawing/2014/main" id="{2267504B-EC66-41B6-96F5-7C6CE3381B05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33" name="Google Shape;3188;p68">
              <a:extLst>
                <a:ext uri="{FF2B5EF4-FFF2-40B4-BE49-F238E27FC236}">
                  <a16:creationId xmlns:a16="http://schemas.microsoft.com/office/drawing/2014/main" id="{6F54FE70-C2AD-4EB6-B06F-A23314832D72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34" name="Google Shape;3189;p68">
              <a:extLst>
                <a:ext uri="{FF2B5EF4-FFF2-40B4-BE49-F238E27FC236}">
                  <a16:creationId xmlns:a16="http://schemas.microsoft.com/office/drawing/2014/main" id="{8703FBAB-F6BB-4E0B-A278-E37111D28202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35" name="Google Shape;3190;p68">
              <a:extLst>
                <a:ext uri="{FF2B5EF4-FFF2-40B4-BE49-F238E27FC236}">
                  <a16:creationId xmlns:a16="http://schemas.microsoft.com/office/drawing/2014/main" id="{8AEF5E62-771A-435F-A549-06BEED35456A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36" name="Google Shape;3191;p68">
              <a:extLst>
                <a:ext uri="{FF2B5EF4-FFF2-40B4-BE49-F238E27FC236}">
                  <a16:creationId xmlns:a16="http://schemas.microsoft.com/office/drawing/2014/main" id="{9EAFE2D8-E398-4DB4-B8D6-55203CEB0FD9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37" name="Google Shape;3192;p68">
              <a:extLst>
                <a:ext uri="{FF2B5EF4-FFF2-40B4-BE49-F238E27FC236}">
                  <a16:creationId xmlns:a16="http://schemas.microsoft.com/office/drawing/2014/main" id="{8D91DB74-2ADC-48A8-91A4-5C909B502F04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38" name="Google Shape;3193;p68">
              <a:extLst>
                <a:ext uri="{FF2B5EF4-FFF2-40B4-BE49-F238E27FC236}">
                  <a16:creationId xmlns:a16="http://schemas.microsoft.com/office/drawing/2014/main" id="{6208356B-3ACE-4D3C-A39C-8248D397DB53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39" name="Google Shape;3194;p68">
              <a:extLst>
                <a:ext uri="{FF2B5EF4-FFF2-40B4-BE49-F238E27FC236}">
                  <a16:creationId xmlns:a16="http://schemas.microsoft.com/office/drawing/2014/main" id="{031DBA92-5ACD-4304-BB4A-EE2B7D3414F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40" name="Google Shape;3195;p68">
              <a:extLst>
                <a:ext uri="{FF2B5EF4-FFF2-40B4-BE49-F238E27FC236}">
                  <a16:creationId xmlns:a16="http://schemas.microsoft.com/office/drawing/2014/main" id="{E904EE83-140E-4A43-8B43-6A455591521F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41" name="Google Shape;3196;p68">
              <a:extLst>
                <a:ext uri="{FF2B5EF4-FFF2-40B4-BE49-F238E27FC236}">
                  <a16:creationId xmlns:a16="http://schemas.microsoft.com/office/drawing/2014/main" id="{51A264DD-728D-4835-870C-491AF03339C3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42" name="Google Shape;3197;p68">
              <a:extLst>
                <a:ext uri="{FF2B5EF4-FFF2-40B4-BE49-F238E27FC236}">
                  <a16:creationId xmlns:a16="http://schemas.microsoft.com/office/drawing/2014/main" id="{94DCC504-2622-4974-AE4E-5192B1FF5C92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43" name="Google Shape;3198;p68">
              <a:extLst>
                <a:ext uri="{FF2B5EF4-FFF2-40B4-BE49-F238E27FC236}">
                  <a16:creationId xmlns:a16="http://schemas.microsoft.com/office/drawing/2014/main" id="{95D29722-6798-4D31-83DD-98394BBADB22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44" name="Google Shape;3199;p68">
              <a:extLst>
                <a:ext uri="{FF2B5EF4-FFF2-40B4-BE49-F238E27FC236}">
                  <a16:creationId xmlns:a16="http://schemas.microsoft.com/office/drawing/2014/main" id="{7676060C-9799-427D-A97F-AEF5B762918B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45" name="Google Shape;3200;p68">
              <a:extLst>
                <a:ext uri="{FF2B5EF4-FFF2-40B4-BE49-F238E27FC236}">
                  <a16:creationId xmlns:a16="http://schemas.microsoft.com/office/drawing/2014/main" id="{3E054CF1-C97F-4970-9A01-328EDED9B275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46" name="Google Shape;3201;p68">
              <a:extLst>
                <a:ext uri="{FF2B5EF4-FFF2-40B4-BE49-F238E27FC236}">
                  <a16:creationId xmlns:a16="http://schemas.microsoft.com/office/drawing/2014/main" id="{6402870B-3D12-4C21-91B8-BC82209EFC07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47" name="Google Shape;3202;p68">
              <a:extLst>
                <a:ext uri="{FF2B5EF4-FFF2-40B4-BE49-F238E27FC236}">
                  <a16:creationId xmlns:a16="http://schemas.microsoft.com/office/drawing/2014/main" id="{6D28776F-1019-4866-8ED9-03E24EC8BB3E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48" name="Google Shape;3203;p68">
              <a:extLst>
                <a:ext uri="{FF2B5EF4-FFF2-40B4-BE49-F238E27FC236}">
                  <a16:creationId xmlns:a16="http://schemas.microsoft.com/office/drawing/2014/main" id="{410CBB06-9C1A-432E-87D7-9CF703D09D36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49" name="Google Shape;3204;p68">
              <a:extLst>
                <a:ext uri="{FF2B5EF4-FFF2-40B4-BE49-F238E27FC236}">
                  <a16:creationId xmlns:a16="http://schemas.microsoft.com/office/drawing/2014/main" id="{88DA38D1-3DFA-4DE3-AFDF-6CEBBEE6AA2D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50" name="Google Shape;3205;p68">
              <a:extLst>
                <a:ext uri="{FF2B5EF4-FFF2-40B4-BE49-F238E27FC236}">
                  <a16:creationId xmlns:a16="http://schemas.microsoft.com/office/drawing/2014/main" id="{E0A0CAF5-452D-4902-97CA-3B7FF75AF186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51" name="Google Shape;3206;p68">
              <a:extLst>
                <a:ext uri="{FF2B5EF4-FFF2-40B4-BE49-F238E27FC236}">
                  <a16:creationId xmlns:a16="http://schemas.microsoft.com/office/drawing/2014/main" id="{1A875D73-327A-44D9-AF71-952778D57762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52" name="Google Shape;3207;p68">
              <a:extLst>
                <a:ext uri="{FF2B5EF4-FFF2-40B4-BE49-F238E27FC236}">
                  <a16:creationId xmlns:a16="http://schemas.microsoft.com/office/drawing/2014/main" id="{3B0F3D35-EF97-4414-9929-1A6FFD72D378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53" name="Google Shape;3208;p68">
              <a:extLst>
                <a:ext uri="{FF2B5EF4-FFF2-40B4-BE49-F238E27FC236}">
                  <a16:creationId xmlns:a16="http://schemas.microsoft.com/office/drawing/2014/main" id="{6CA301D7-2BE7-44FC-AE65-E93771D68006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54" name="Google Shape;3209;p68">
              <a:extLst>
                <a:ext uri="{FF2B5EF4-FFF2-40B4-BE49-F238E27FC236}">
                  <a16:creationId xmlns:a16="http://schemas.microsoft.com/office/drawing/2014/main" id="{FFFBFCB0-4DB7-4BC5-BD41-1F3E9A42303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55" name="Google Shape;3210;p68">
              <a:extLst>
                <a:ext uri="{FF2B5EF4-FFF2-40B4-BE49-F238E27FC236}">
                  <a16:creationId xmlns:a16="http://schemas.microsoft.com/office/drawing/2014/main" id="{1586FACC-69CE-4396-9501-6C1783040D35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56" name="Google Shape;3211;p68">
              <a:extLst>
                <a:ext uri="{FF2B5EF4-FFF2-40B4-BE49-F238E27FC236}">
                  <a16:creationId xmlns:a16="http://schemas.microsoft.com/office/drawing/2014/main" id="{349BB1F6-05D7-452E-BC24-F5B492D3CB66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57" name="Google Shape;3212;p68">
              <a:extLst>
                <a:ext uri="{FF2B5EF4-FFF2-40B4-BE49-F238E27FC236}">
                  <a16:creationId xmlns:a16="http://schemas.microsoft.com/office/drawing/2014/main" id="{23F4F903-95D4-4118-BBCD-BC4A4C697A36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58" name="Google Shape;3213;p68">
              <a:extLst>
                <a:ext uri="{FF2B5EF4-FFF2-40B4-BE49-F238E27FC236}">
                  <a16:creationId xmlns:a16="http://schemas.microsoft.com/office/drawing/2014/main" id="{C5FFEFBA-98FC-47BC-B862-5FF016951614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59" name="Google Shape;3214;p68">
              <a:extLst>
                <a:ext uri="{FF2B5EF4-FFF2-40B4-BE49-F238E27FC236}">
                  <a16:creationId xmlns:a16="http://schemas.microsoft.com/office/drawing/2014/main" id="{F59DC34D-3994-4EBC-9BDC-73B33D7367D6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60" name="Google Shape;3215;p68">
              <a:extLst>
                <a:ext uri="{FF2B5EF4-FFF2-40B4-BE49-F238E27FC236}">
                  <a16:creationId xmlns:a16="http://schemas.microsoft.com/office/drawing/2014/main" id="{38F5CE04-766B-418D-9D44-1F9AA9E6AA7D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61" name="Google Shape;3216;p68">
              <a:extLst>
                <a:ext uri="{FF2B5EF4-FFF2-40B4-BE49-F238E27FC236}">
                  <a16:creationId xmlns:a16="http://schemas.microsoft.com/office/drawing/2014/main" id="{79067C55-EF8C-4307-9DE7-8145CCF66A3A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62" name="Google Shape;3217;p68">
              <a:extLst>
                <a:ext uri="{FF2B5EF4-FFF2-40B4-BE49-F238E27FC236}">
                  <a16:creationId xmlns:a16="http://schemas.microsoft.com/office/drawing/2014/main" id="{FA9B5EC4-3497-4FEA-BA21-79D41B769DBD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63" name="Google Shape;3218;p68">
              <a:extLst>
                <a:ext uri="{FF2B5EF4-FFF2-40B4-BE49-F238E27FC236}">
                  <a16:creationId xmlns:a16="http://schemas.microsoft.com/office/drawing/2014/main" id="{55145767-6923-4A8E-AF6F-202E64DD8F15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64" name="Google Shape;3219;p68">
              <a:extLst>
                <a:ext uri="{FF2B5EF4-FFF2-40B4-BE49-F238E27FC236}">
                  <a16:creationId xmlns:a16="http://schemas.microsoft.com/office/drawing/2014/main" id="{CE8D06C4-5EDE-4FA8-9419-2A121B067D96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65" name="Google Shape;3220;p68">
              <a:extLst>
                <a:ext uri="{FF2B5EF4-FFF2-40B4-BE49-F238E27FC236}">
                  <a16:creationId xmlns:a16="http://schemas.microsoft.com/office/drawing/2014/main" id="{1511C4F6-96D5-4604-964C-4ECFBB72AE0F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66" name="Google Shape;3221;p68">
              <a:extLst>
                <a:ext uri="{FF2B5EF4-FFF2-40B4-BE49-F238E27FC236}">
                  <a16:creationId xmlns:a16="http://schemas.microsoft.com/office/drawing/2014/main" id="{67F94519-0530-44CB-9883-C39C414EFD9F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67" name="Google Shape;3222;p68">
              <a:extLst>
                <a:ext uri="{FF2B5EF4-FFF2-40B4-BE49-F238E27FC236}">
                  <a16:creationId xmlns:a16="http://schemas.microsoft.com/office/drawing/2014/main" id="{5DBCE604-C900-405C-B1ED-DC510A4836C9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68" name="Google Shape;3223;p68">
              <a:extLst>
                <a:ext uri="{FF2B5EF4-FFF2-40B4-BE49-F238E27FC236}">
                  <a16:creationId xmlns:a16="http://schemas.microsoft.com/office/drawing/2014/main" id="{889A271A-FFBF-4E60-B7B9-1E78606AC297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69" name="Google Shape;3224;p68">
              <a:extLst>
                <a:ext uri="{FF2B5EF4-FFF2-40B4-BE49-F238E27FC236}">
                  <a16:creationId xmlns:a16="http://schemas.microsoft.com/office/drawing/2014/main" id="{670C81E6-9023-467D-805B-505CA3A724E3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70" name="Google Shape;3225;p68">
              <a:extLst>
                <a:ext uri="{FF2B5EF4-FFF2-40B4-BE49-F238E27FC236}">
                  <a16:creationId xmlns:a16="http://schemas.microsoft.com/office/drawing/2014/main" id="{2BE7B182-CFBB-47D0-BC35-9852C045436E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71" name="Google Shape;3226;p68">
              <a:extLst>
                <a:ext uri="{FF2B5EF4-FFF2-40B4-BE49-F238E27FC236}">
                  <a16:creationId xmlns:a16="http://schemas.microsoft.com/office/drawing/2014/main" id="{0392E59C-9290-475B-BAC4-DE70775C66FE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72" name="Google Shape;3227;p68">
              <a:extLst>
                <a:ext uri="{FF2B5EF4-FFF2-40B4-BE49-F238E27FC236}">
                  <a16:creationId xmlns:a16="http://schemas.microsoft.com/office/drawing/2014/main" id="{D3E48A1C-D7FC-4DD6-A6FD-DF4DBCC860C6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73" name="Google Shape;3228;p68">
              <a:extLst>
                <a:ext uri="{FF2B5EF4-FFF2-40B4-BE49-F238E27FC236}">
                  <a16:creationId xmlns:a16="http://schemas.microsoft.com/office/drawing/2014/main" id="{2120F0CA-8E82-46A6-B3DB-DF2E55DB3B10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74" name="Google Shape;3229;p68">
              <a:extLst>
                <a:ext uri="{FF2B5EF4-FFF2-40B4-BE49-F238E27FC236}">
                  <a16:creationId xmlns:a16="http://schemas.microsoft.com/office/drawing/2014/main" id="{DE6BF5E9-AA33-4B6F-8133-0CABAD8CD7A5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75" name="Google Shape;3230;p68">
              <a:extLst>
                <a:ext uri="{FF2B5EF4-FFF2-40B4-BE49-F238E27FC236}">
                  <a16:creationId xmlns:a16="http://schemas.microsoft.com/office/drawing/2014/main" id="{2B596584-ABC7-4EB2-BD66-9B24EF9A139F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76" name="Google Shape;3231;p68">
              <a:extLst>
                <a:ext uri="{FF2B5EF4-FFF2-40B4-BE49-F238E27FC236}">
                  <a16:creationId xmlns:a16="http://schemas.microsoft.com/office/drawing/2014/main" id="{81697ED6-402D-414E-BBE0-C8D1FF248809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77" name="Google Shape;3232;p68">
              <a:extLst>
                <a:ext uri="{FF2B5EF4-FFF2-40B4-BE49-F238E27FC236}">
                  <a16:creationId xmlns:a16="http://schemas.microsoft.com/office/drawing/2014/main" id="{EFB77F16-1AD3-45AB-B253-5D32F62A083B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78" name="Google Shape;3233;p68">
              <a:extLst>
                <a:ext uri="{FF2B5EF4-FFF2-40B4-BE49-F238E27FC236}">
                  <a16:creationId xmlns:a16="http://schemas.microsoft.com/office/drawing/2014/main" id="{4C6037A4-275A-4EE9-9B33-4F51CD42A057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79" name="Google Shape;3234;p68">
              <a:extLst>
                <a:ext uri="{FF2B5EF4-FFF2-40B4-BE49-F238E27FC236}">
                  <a16:creationId xmlns:a16="http://schemas.microsoft.com/office/drawing/2014/main" id="{56096476-23F9-41FD-86F9-292373993966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80" name="Google Shape;3235;p68">
              <a:extLst>
                <a:ext uri="{FF2B5EF4-FFF2-40B4-BE49-F238E27FC236}">
                  <a16:creationId xmlns:a16="http://schemas.microsoft.com/office/drawing/2014/main" id="{91291BBE-6ED0-435F-A275-5D49C8BDA433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81" name="Google Shape;3236;p68">
              <a:extLst>
                <a:ext uri="{FF2B5EF4-FFF2-40B4-BE49-F238E27FC236}">
                  <a16:creationId xmlns:a16="http://schemas.microsoft.com/office/drawing/2014/main" id="{258AD424-26D1-4318-BA30-77E06A0CFA37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82" name="Google Shape;3237;p68">
              <a:extLst>
                <a:ext uri="{FF2B5EF4-FFF2-40B4-BE49-F238E27FC236}">
                  <a16:creationId xmlns:a16="http://schemas.microsoft.com/office/drawing/2014/main" id="{7F9EB43E-77C1-47FA-92FA-E09D5EA41820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83" name="Google Shape;3238;p68">
              <a:extLst>
                <a:ext uri="{FF2B5EF4-FFF2-40B4-BE49-F238E27FC236}">
                  <a16:creationId xmlns:a16="http://schemas.microsoft.com/office/drawing/2014/main" id="{22DA3FD2-8B7B-4C82-854E-86FB691D51F9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84" name="Google Shape;3239;p68">
              <a:extLst>
                <a:ext uri="{FF2B5EF4-FFF2-40B4-BE49-F238E27FC236}">
                  <a16:creationId xmlns:a16="http://schemas.microsoft.com/office/drawing/2014/main" id="{7ABC6FFC-D2AD-403D-B675-E38B179CF6BC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85" name="Google Shape;3240;p68">
              <a:extLst>
                <a:ext uri="{FF2B5EF4-FFF2-40B4-BE49-F238E27FC236}">
                  <a16:creationId xmlns:a16="http://schemas.microsoft.com/office/drawing/2014/main" id="{32276CF3-1FA6-46C5-8B34-4438F57E9CC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86" name="Google Shape;3241;p68">
              <a:extLst>
                <a:ext uri="{FF2B5EF4-FFF2-40B4-BE49-F238E27FC236}">
                  <a16:creationId xmlns:a16="http://schemas.microsoft.com/office/drawing/2014/main" id="{E0191967-8CF0-4019-937B-F9DF1738B46B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87" name="Google Shape;3242;p68">
              <a:extLst>
                <a:ext uri="{FF2B5EF4-FFF2-40B4-BE49-F238E27FC236}">
                  <a16:creationId xmlns:a16="http://schemas.microsoft.com/office/drawing/2014/main" id="{29BDB3B6-09F2-491E-831C-6C220F7669C6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88" name="Google Shape;3243;p68">
              <a:extLst>
                <a:ext uri="{FF2B5EF4-FFF2-40B4-BE49-F238E27FC236}">
                  <a16:creationId xmlns:a16="http://schemas.microsoft.com/office/drawing/2014/main" id="{DE0D182E-4BF2-4A23-BD9E-32FE878EAD6B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89" name="Google Shape;3244;p68">
              <a:extLst>
                <a:ext uri="{FF2B5EF4-FFF2-40B4-BE49-F238E27FC236}">
                  <a16:creationId xmlns:a16="http://schemas.microsoft.com/office/drawing/2014/main" id="{1EAECCF8-FDE3-4CDC-BED4-460767A71E04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90" name="Google Shape;3245;p68">
              <a:extLst>
                <a:ext uri="{FF2B5EF4-FFF2-40B4-BE49-F238E27FC236}">
                  <a16:creationId xmlns:a16="http://schemas.microsoft.com/office/drawing/2014/main" id="{8A3FB877-6C12-40EA-A23F-189E49903E76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91" name="Google Shape;3246;p68">
              <a:extLst>
                <a:ext uri="{FF2B5EF4-FFF2-40B4-BE49-F238E27FC236}">
                  <a16:creationId xmlns:a16="http://schemas.microsoft.com/office/drawing/2014/main" id="{4395DDB9-A342-4590-87E4-29A58214269F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92" name="Google Shape;3247;p68">
              <a:extLst>
                <a:ext uri="{FF2B5EF4-FFF2-40B4-BE49-F238E27FC236}">
                  <a16:creationId xmlns:a16="http://schemas.microsoft.com/office/drawing/2014/main" id="{7A5C3312-37C9-416D-AB33-52B6F8A80CFB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93" name="Google Shape;3248;p68">
              <a:extLst>
                <a:ext uri="{FF2B5EF4-FFF2-40B4-BE49-F238E27FC236}">
                  <a16:creationId xmlns:a16="http://schemas.microsoft.com/office/drawing/2014/main" id="{A511AB58-C82A-4344-8D7D-69ECD01094DA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94" name="Google Shape;3249;p68">
              <a:extLst>
                <a:ext uri="{FF2B5EF4-FFF2-40B4-BE49-F238E27FC236}">
                  <a16:creationId xmlns:a16="http://schemas.microsoft.com/office/drawing/2014/main" id="{4A2BE9D6-2BF3-4043-BFE9-0B2673FCCA4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95" name="Google Shape;3250;p68">
              <a:extLst>
                <a:ext uri="{FF2B5EF4-FFF2-40B4-BE49-F238E27FC236}">
                  <a16:creationId xmlns:a16="http://schemas.microsoft.com/office/drawing/2014/main" id="{CDBA0FB4-C4B7-4EB4-B6DD-FE4D688B7506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96" name="Google Shape;3251;p68">
              <a:extLst>
                <a:ext uri="{FF2B5EF4-FFF2-40B4-BE49-F238E27FC236}">
                  <a16:creationId xmlns:a16="http://schemas.microsoft.com/office/drawing/2014/main" id="{2F01FDDB-A1BA-4A8D-A4A8-A38E08EAF13B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97" name="Google Shape;3252;p68">
              <a:extLst>
                <a:ext uri="{FF2B5EF4-FFF2-40B4-BE49-F238E27FC236}">
                  <a16:creationId xmlns:a16="http://schemas.microsoft.com/office/drawing/2014/main" id="{3C8E359E-228C-4D17-87AD-5F0C4772231D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98" name="Google Shape;3253;p68">
              <a:extLst>
                <a:ext uri="{FF2B5EF4-FFF2-40B4-BE49-F238E27FC236}">
                  <a16:creationId xmlns:a16="http://schemas.microsoft.com/office/drawing/2014/main" id="{77C3079E-7A08-4AB0-8E29-72E497068F2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699" name="Google Shape;3254;p68">
              <a:extLst>
                <a:ext uri="{FF2B5EF4-FFF2-40B4-BE49-F238E27FC236}">
                  <a16:creationId xmlns:a16="http://schemas.microsoft.com/office/drawing/2014/main" id="{25E9861E-E67C-4CE5-BF95-E7B6522C004A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00" name="Google Shape;3255;p68">
              <a:extLst>
                <a:ext uri="{FF2B5EF4-FFF2-40B4-BE49-F238E27FC236}">
                  <a16:creationId xmlns:a16="http://schemas.microsoft.com/office/drawing/2014/main" id="{EE9270DD-C658-4D42-A483-3C79E3005256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01" name="Google Shape;3256;p68">
              <a:extLst>
                <a:ext uri="{FF2B5EF4-FFF2-40B4-BE49-F238E27FC236}">
                  <a16:creationId xmlns:a16="http://schemas.microsoft.com/office/drawing/2014/main" id="{B892C4F1-6F18-42A3-ADFF-CD62634FEED2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02" name="Google Shape;3257;p68">
              <a:extLst>
                <a:ext uri="{FF2B5EF4-FFF2-40B4-BE49-F238E27FC236}">
                  <a16:creationId xmlns:a16="http://schemas.microsoft.com/office/drawing/2014/main" id="{24E6D968-756E-4786-84CF-318E9D90DB26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03" name="Google Shape;3258;p68">
              <a:extLst>
                <a:ext uri="{FF2B5EF4-FFF2-40B4-BE49-F238E27FC236}">
                  <a16:creationId xmlns:a16="http://schemas.microsoft.com/office/drawing/2014/main" id="{3E19F568-527F-4677-BD6B-9BB43238318D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04" name="Google Shape;3259;p68">
              <a:extLst>
                <a:ext uri="{FF2B5EF4-FFF2-40B4-BE49-F238E27FC236}">
                  <a16:creationId xmlns:a16="http://schemas.microsoft.com/office/drawing/2014/main" id="{0A85F1E5-6659-4D84-A2A6-7F8EB6E5D6C5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05" name="Google Shape;3260;p68">
              <a:extLst>
                <a:ext uri="{FF2B5EF4-FFF2-40B4-BE49-F238E27FC236}">
                  <a16:creationId xmlns:a16="http://schemas.microsoft.com/office/drawing/2014/main" id="{BF9BCD6C-7046-4924-8887-50FD5E6444FB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06" name="Google Shape;3261;p68">
              <a:extLst>
                <a:ext uri="{FF2B5EF4-FFF2-40B4-BE49-F238E27FC236}">
                  <a16:creationId xmlns:a16="http://schemas.microsoft.com/office/drawing/2014/main" id="{9D8CB498-D29F-4A0B-B91F-50B60D5689D7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07" name="Google Shape;3262;p68">
              <a:extLst>
                <a:ext uri="{FF2B5EF4-FFF2-40B4-BE49-F238E27FC236}">
                  <a16:creationId xmlns:a16="http://schemas.microsoft.com/office/drawing/2014/main" id="{045FBC2E-6D4D-466D-BDEA-CE08B32FD876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08" name="Google Shape;3263;p68">
              <a:extLst>
                <a:ext uri="{FF2B5EF4-FFF2-40B4-BE49-F238E27FC236}">
                  <a16:creationId xmlns:a16="http://schemas.microsoft.com/office/drawing/2014/main" id="{8ECA8A18-A82F-4C4B-B0FC-9E1CE767D29E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09" name="Google Shape;3264;p68">
              <a:extLst>
                <a:ext uri="{FF2B5EF4-FFF2-40B4-BE49-F238E27FC236}">
                  <a16:creationId xmlns:a16="http://schemas.microsoft.com/office/drawing/2014/main" id="{7E625D7E-9D43-40C1-8ACB-97FBF7664D9E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10" name="Google Shape;3265;p68">
              <a:extLst>
                <a:ext uri="{FF2B5EF4-FFF2-40B4-BE49-F238E27FC236}">
                  <a16:creationId xmlns:a16="http://schemas.microsoft.com/office/drawing/2014/main" id="{4C5C26E0-058E-4AE3-B673-0956E8A0DED0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11" name="Google Shape;3266;p68">
              <a:extLst>
                <a:ext uri="{FF2B5EF4-FFF2-40B4-BE49-F238E27FC236}">
                  <a16:creationId xmlns:a16="http://schemas.microsoft.com/office/drawing/2014/main" id="{82CE7A0C-5A0E-4678-8D56-A973B6F8F919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12" name="Google Shape;3267;p68">
              <a:extLst>
                <a:ext uri="{FF2B5EF4-FFF2-40B4-BE49-F238E27FC236}">
                  <a16:creationId xmlns:a16="http://schemas.microsoft.com/office/drawing/2014/main" id="{F3DE7CFA-9FE6-469E-BDB4-59BFC04BDEC0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13" name="Google Shape;3268;p68">
              <a:extLst>
                <a:ext uri="{FF2B5EF4-FFF2-40B4-BE49-F238E27FC236}">
                  <a16:creationId xmlns:a16="http://schemas.microsoft.com/office/drawing/2014/main" id="{745FF996-91A7-4F27-B2AA-3DEDC9364777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14" name="Google Shape;3269;p68">
              <a:extLst>
                <a:ext uri="{FF2B5EF4-FFF2-40B4-BE49-F238E27FC236}">
                  <a16:creationId xmlns:a16="http://schemas.microsoft.com/office/drawing/2014/main" id="{868E4DBF-3B0D-4B0D-B7BA-ABAEFB6B9915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15" name="Google Shape;3270;p68">
              <a:extLst>
                <a:ext uri="{FF2B5EF4-FFF2-40B4-BE49-F238E27FC236}">
                  <a16:creationId xmlns:a16="http://schemas.microsoft.com/office/drawing/2014/main" id="{027E743A-90F4-4CDC-A26E-37334E415E34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16" name="Google Shape;3271;p68">
              <a:extLst>
                <a:ext uri="{FF2B5EF4-FFF2-40B4-BE49-F238E27FC236}">
                  <a16:creationId xmlns:a16="http://schemas.microsoft.com/office/drawing/2014/main" id="{FAEBC3CF-666D-4608-8724-7BC44A18EEC4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17" name="Google Shape;3272;p68">
              <a:extLst>
                <a:ext uri="{FF2B5EF4-FFF2-40B4-BE49-F238E27FC236}">
                  <a16:creationId xmlns:a16="http://schemas.microsoft.com/office/drawing/2014/main" id="{01E53997-6119-4372-B671-790A7A1AAC5B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18" name="Google Shape;3273;p68">
              <a:extLst>
                <a:ext uri="{FF2B5EF4-FFF2-40B4-BE49-F238E27FC236}">
                  <a16:creationId xmlns:a16="http://schemas.microsoft.com/office/drawing/2014/main" id="{F2BBA14B-FB09-48FF-964B-C42E1796C56C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19" name="Google Shape;3274;p68">
              <a:extLst>
                <a:ext uri="{FF2B5EF4-FFF2-40B4-BE49-F238E27FC236}">
                  <a16:creationId xmlns:a16="http://schemas.microsoft.com/office/drawing/2014/main" id="{7E8D6583-E48C-487F-AC00-723E7313E1C0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20" name="Google Shape;3275;p68">
              <a:extLst>
                <a:ext uri="{FF2B5EF4-FFF2-40B4-BE49-F238E27FC236}">
                  <a16:creationId xmlns:a16="http://schemas.microsoft.com/office/drawing/2014/main" id="{E7368511-45F2-457D-BAB1-FE00A19BA2C8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21" name="Google Shape;3276;p68">
              <a:extLst>
                <a:ext uri="{FF2B5EF4-FFF2-40B4-BE49-F238E27FC236}">
                  <a16:creationId xmlns:a16="http://schemas.microsoft.com/office/drawing/2014/main" id="{4469D921-60E6-46FB-ACCD-9768BDD189B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22" name="Google Shape;3277;p68">
              <a:extLst>
                <a:ext uri="{FF2B5EF4-FFF2-40B4-BE49-F238E27FC236}">
                  <a16:creationId xmlns:a16="http://schemas.microsoft.com/office/drawing/2014/main" id="{8BB0DDFA-F4A1-4A6A-8D54-6B31596D553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23" name="Google Shape;3278;p68">
              <a:extLst>
                <a:ext uri="{FF2B5EF4-FFF2-40B4-BE49-F238E27FC236}">
                  <a16:creationId xmlns:a16="http://schemas.microsoft.com/office/drawing/2014/main" id="{24E4C0EB-3118-465F-90F6-DF783EA40F91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24" name="Google Shape;3279;p68">
              <a:extLst>
                <a:ext uri="{FF2B5EF4-FFF2-40B4-BE49-F238E27FC236}">
                  <a16:creationId xmlns:a16="http://schemas.microsoft.com/office/drawing/2014/main" id="{C409FA95-C464-4FC0-9877-8625E8AB1363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25" name="Google Shape;3280;p68">
              <a:extLst>
                <a:ext uri="{FF2B5EF4-FFF2-40B4-BE49-F238E27FC236}">
                  <a16:creationId xmlns:a16="http://schemas.microsoft.com/office/drawing/2014/main" id="{5FC13F41-A2BD-4CE7-877E-BF966C7BC1C4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26" name="Google Shape;3281;p68">
              <a:extLst>
                <a:ext uri="{FF2B5EF4-FFF2-40B4-BE49-F238E27FC236}">
                  <a16:creationId xmlns:a16="http://schemas.microsoft.com/office/drawing/2014/main" id="{BB59E682-0CC5-40DB-A670-46C9B6EFFA89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27" name="Google Shape;3282;p68">
              <a:extLst>
                <a:ext uri="{FF2B5EF4-FFF2-40B4-BE49-F238E27FC236}">
                  <a16:creationId xmlns:a16="http://schemas.microsoft.com/office/drawing/2014/main" id="{BEDF8192-03A0-4125-9320-545A4C959253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28" name="Google Shape;3283;p68">
              <a:extLst>
                <a:ext uri="{FF2B5EF4-FFF2-40B4-BE49-F238E27FC236}">
                  <a16:creationId xmlns:a16="http://schemas.microsoft.com/office/drawing/2014/main" id="{F858DA7C-2452-457A-809F-641E64F32C57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29" name="Google Shape;3284;p68">
              <a:extLst>
                <a:ext uri="{FF2B5EF4-FFF2-40B4-BE49-F238E27FC236}">
                  <a16:creationId xmlns:a16="http://schemas.microsoft.com/office/drawing/2014/main" id="{1CD62B21-427E-4B3E-B990-3F9F1E544D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30" name="Google Shape;3285;p68">
              <a:extLst>
                <a:ext uri="{FF2B5EF4-FFF2-40B4-BE49-F238E27FC236}">
                  <a16:creationId xmlns:a16="http://schemas.microsoft.com/office/drawing/2014/main" id="{948BB1FF-7FBE-4DD7-B245-9ED405F041A5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31" name="Google Shape;3286;p68">
              <a:extLst>
                <a:ext uri="{FF2B5EF4-FFF2-40B4-BE49-F238E27FC236}">
                  <a16:creationId xmlns:a16="http://schemas.microsoft.com/office/drawing/2014/main" id="{59B20385-921D-44A8-A55D-49FE71C74C4D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32" name="Google Shape;3287;p68">
              <a:extLst>
                <a:ext uri="{FF2B5EF4-FFF2-40B4-BE49-F238E27FC236}">
                  <a16:creationId xmlns:a16="http://schemas.microsoft.com/office/drawing/2014/main" id="{61B16F30-9BA3-4E38-BA72-CDDABC27EB46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33" name="Google Shape;3288;p68">
              <a:extLst>
                <a:ext uri="{FF2B5EF4-FFF2-40B4-BE49-F238E27FC236}">
                  <a16:creationId xmlns:a16="http://schemas.microsoft.com/office/drawing/2014/main" id="{F6738199-2890-47D2-A612-85A50244F5D9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34" name="Google Shape;3289;p68">
              <a:extLst>
                <a:ext uri="{FF2B5EF4-FFF2-40B4-BE49-F238E27FC236}">
                  <a16:creationId xmlns:a16="http://schemas.microsoft.com/office/drawing/2014/main" id="{1E8DC3B4-2A31-41E3-8FEB-FAC19D82240D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35" name="Google Shape;3290;p68">
              <a:extLst>
                <a:ext uri="{FF2B5EF4-FFF2-40B4-BE49-F238E27FC236}">
                  <a16:creationId xmlns:a16="http://schemas.microsoft.com/office/drawing/2014/main" id="{0A02AD14-D968-42F6-B7AD-20A3B22DD99E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36" name="Google Shape;3291;p68">
              <a:extLst>
                <a:ext uri="{FF2B5EF4-FFF2-40B4-BE49-F238E27FC236}">
                  <a16:creationId xmlns:a16="http://schemas.microsoft.com/office/drawing/2014/main" id="{9A17CAAF-C0D2-4114-8AD6-C41A14665268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37" name="Google Shape;3292;p68">
              <a:extLst>
                <a:ext uri="{FF2B5EF4-FFF2-40B4-BE49-F238E27FC236}">
                  <a16:creationId xmlns:a16="http://schemas.microsoft.com/office/drawing/2014/main" id="{45DE924B-9313-4DEC-A6A0-2819071210AA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38" name="Google Shape;3293;p68">
              <a:extLst>
                <a:ext uri="{FF2B5EF4-FFF2-40B4-BE49-F238E27FC236}">
                  <a16:creationId xmlns:a16="http://schemas.microsoft.com/office/drawing/2014/main" id="{6FD41C2D-39EB-4166-988A-8BA65F5C825C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39" name="Google Shape;3294;p68">
              <a:extLst>
                <a:ext uri="{FF2B5EF4-FFF2-40B4-BE49-F238E27FC236}">
                  <a16:creationId xmlns:a16="http://schemas.microsoft.com/office/drawing/2014/main" id="{7D9BFE98-62BC-438E-AE54-5732DBEAFE93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40" name="Google Shape;3295;p68">
              <a:extLst>
                <a:ext uri="{FF2B5EF4-FFF2-40B4-BE49-F238E27FC236}">
                  <a16:creationId xmlns:a16="http://schemas.microsoft.com/office/drawing/2014/main" id="{7429D543-0E9C-4A2F-81A3-6B4BC709973F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41" name="Google Shape;3296;p68">
              <a:extLst>
                <a:ext uri="{FF2B5EF4-FFF2-40B4-BE49-F238E27FC236}">
                  <a16:creationId xmlns:a16="http://schemas.microsoft.com/office/drawing/2014/main" id="{B8473A50-EF03-42D3-A2E8-F3D5938A5D01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42" name="Google Shape;3297;p68">
              <a:extLst>
                <a:ext uri="{FF2B5EF4-FFF2-40B4-BE49-F238E27FC236}">
                  <a16:creationId xmlns:a16="http://schemas.microsoft.com/office/drawing/2014/main" id="{D991F5FE-DC30-4849-84B5-EF4B17E7563E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43" name="Google Shape;3298;p68">
              <a:extLst>
                <a:ext uri="{FF2B5EF4-FFF2-40B4-BE49-F238E27FC236}">
                  <a16:creationId xmlns:a16="http://schemas.microsoft.com/office/drawing/2014/main" id="{DB4BF0C7-F08A-4437-9C36-39BF554AB0CD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44" name="Google Shape;3299;p68">
              <a:extLst>
                <a:ext uri="{FF2B5EF4-FFF2-40B4-BE49-F238E27FC236}">
                  <a16:creationId xmlns:a16="http://schemas.microsoft.com/office/drawing/2014/main" id="{C465329A-A666-4FD7-B321-16D66475D280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45" name="Google Shape;3300;p68">
              <a:extLst>
                <a:ext uri="{FF2B5EF4-FFF2-40B4-BE49-F238E27FC236}">
                  <a16:creationId xmlns:a16="http://schemas.microsoft.com/office/drawing/2014/main" id="{42799ED6-5F78-4AFF-A3E4-1AE5705B3165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46" name="Google Shape;3301;p68">
              <a:extLst>
                <a:ext uri="{FF2B5EF4-FFF2-40B4-BE49-F238E27FC236}">
                  <a16:creationId xmlns:a16="http://schemas.microsoft.com/office/drawing/2014/main" id="{F3B1E8CC-CC14-485E-9CAE-E0BC2D395CB7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47" name="Google Shape;3302;p68">
              <a:extLst>
                <a:ext uri="{FF2B5EF4-FFF2-40B4-BE49-F238E27FC236}">
                  <a16:creationId xmlns:a16="http://schemas.microsoft.com/office/drawing/2014/main" id="{B3F8B5DD-3D13-461B-B737-5627C6DF83C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48" name="Google Shape;3303;p68">
              <a:extLst>
                <a:ext uri="{FF2B5EF4-FFF2-40B4-BE49-F238E27FC236}">
                  <a16:creationId xmlns:a16="http://schemas.microsoft.com/office/drawing/2014/main" id="{527B0ACE-6BA8-405F-B295-D349C16E7EA8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49" name="Google Shape;3304;p68">
              <a:extLst>
                <a:ext uri="{FF2B5EF4-FFF2-40B4-BE49-F238E27FC236}">
                  <a16:creationId xmlns:a16="http://schemas.microsoft.com/office/drawing/2014/main" id="{148D9AEA-D704-4ED7-BDF7-37BE38189B48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50" name="Google Shape;3305;p68">
              <a:extLst>
                <a:ext uri="{FF2B5EF4-FFF2-40B4-BE49-F238E27FC236}">
                  <a16:creationId xmlns:a16="http://schemas.microsoft.com/office/drawing/2014/main" id="{A6253AE8-C225-4C70-91CB-B604ADA5E737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51" name="Google Shape;3306;p68">
              <a:extLst>
                <a:ext uri="{FF2B5EF4-FFF2-40B4-BE49-F238E27FC236}">
                  <a16:creationId xmlns:a16="http://schemas.microsoft.com/office/drawing/2014/main" id="{8BA90113-7663-4622-BF27-FA346CEE83C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52" name="Google Shape;3307;p68">
              <a:extLst>
                <a:ext uri="{FF2B5EF4-FFF2-40B4-BE49-F238E27FC236}">
                  <a16:creationId xmlns:a16="http://schemas.microsoft.com/office/drawing/2014/main" id="{336A939D-BD55-495A-A25C-1E78BA443FBB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53" name="Google Shape;3308;p68">
              <a:extLst>
                <a:ext uri="{FF2B5EF4-FFF2-40B4-BE49-F238E27FC236}">
                  <a16:creationId xmlns:a16="http://schemas.microsoft.com/office/drawing/2014/main" id="{5BCCFDFC-8EC6-4472-96B8-C5C115701330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54" name="Google Shape;3309;p68">
              <a:extLst>
                <a:ext uri="{FF2B5EF4-FFF2-40B4-BE49-F238E27FC236}">
                  <a16:creationId xmlns:a16="http://schemas.microsoft.com/office/drawing/2014/main" id="{74463D3F-DC4B-4F63-BB86-1718E02A340A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55" name="Google Shape;3310;p68">
              <a:extLst>
                <a:ext uri="{FF2B5EF4-FFF2-40B4-BE49-F238E27FC236}">
                  <a16:creationId xmlns:a16="http://schemas.microsoft.com/office/drawing/2014/main" id="{72B4F6CD-C25D-455E-95B3-B78EDAB9DDDA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56" name="Google Shape;3311;p68">
              <a:extLst>
                <a:ext uri="{FF2B5EF4-FFF2-40B4-BE49-F238E27FC236}">
                  <a16:creationId xmlns:a16="http://schemas.microsoft.com/office/drawing/2014/main" id="{D0E2AA84-F2CB-4020-A4FA-05BE9776753F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57" name="Google Shape;3312;p68">
              <a:extLst>
                <a:ext uri="{FF2B5EF4-FFF2-40B4-BE49-F238E27FC236}">
                  <a16:creationId xmlns:a16="http://schemas.microsoft.com/office/drawing/2014/main" id="{851AD4BA-4E2F-4B31-9E48-82D778579994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58" name="Google Shape;3313;p68">
              <a:extLst>
                <a:ext uri="{FF2B5EF4-FFF2-40B4-BE49-F238E27FC236}">
                  <a16:creationId xmlns:a16="http://schemas.microsoft.com/office/drawing/2014/main" id="{B0D3B26E-5019-4240-8E60-EDF95E28B03A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59" name="Google Shape;3314;p68">
              <a:extLst>
                <a:ext uri="{FF2B5EF4-FFF2-40B4-BE49-F238E27FC236}">
                  <a16:creationId xmlns:a16="http://schemas.microsoft.com/office/drawing/2014/main" id="{E957A194-2187-48A9-8FE8-F2FA7A78A6F1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60" name="Google Shape;3315;p68">
              <a:extLst>
                <a:ext uri="{FF2B5EF4-FFF2-40B4-BE49-F238E27FC236}">
                  <a16:creationId xmlns:a16="http://schemas.microsoft.com/office/drawing/2014/main" id="{636CA84E-E074-4724-A62B-382F3293EB40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61" name="Google Shape;3316;p68">
              <a:extLst>
                <a:ext uri="{FF2B5EF4-FFF2-40B4-BE49-F238E27FC236}">
                  <a16:creationId xmlns:a16="http://schemas.microsoft.com/office/drawing/2014/main" id="{BB1D31F2-0E43-49F5-A0E6-D86D12AF890F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62" name="Google Shape;3317;p68">
              <a:extLst>
                <a:ext uri="{FF2B5EF4-FFF2-40B4-BE49-F238E27FC236}">
                  <a16:creationId xmlns:a16="http://schemas.microsoft.com/office/drawing/2014/main" id="{8500BB5E-ABEB-4B91-962C-C89AFDA73130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63" name="Google Shape;3318;p68">
              <a:extLst>
                <a:ext uri="{FF2B5EF4-FFF2-40B4-BE49-F238E27FC236}">
                  <a16:creationId xmlns:a16="http://schemas.microsoft.com/office/drawing/2014/main" id="{2468C0E3-79A5-437C-820A-4CDC2069C818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64" name="Google Shape;3319;p68">
              <a:extLst>
                <a:ext uri="{FF2B5EF4-FFF2-40B4-BE49-F238E27FC236}">
                  <a16:creationId xmlns:a16="http://schemas.microsoft.com/office/drawing/2014/main" id="{CBEC03A0-3C0D-4ECF-9960-93A9DE6B345C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65" name="Google Shape;3320;p68">
              <a:extLst>
                <a:ext uri="{FF2B5EF4-FFF2-40B4-BE49-F238E27FC236}">
                  <a16:creationId xmlns:a16="http://schemas.microsoft.com/office/drawing/2014/main" id="{3EF3AEE5-99A0-424C-8815-FBE8586746E7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66" name="Google Shape;3321;p68">
              <a:extLst>
                <a:ext uri="{FF2B5EF4-FFF2-40B4-BE49-F238E27FC236}">
                  <a16:creationId xmlns:a16="http://schemas.microsoft.com/office/drawing/2014/main" id="{C1BA7C46-E503-49D0-AE65-02FE2D5E3772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67" name="Google Shape;3322;p68">
              <a:extLst>
                <a:ext uri="{FF2B5EF4-FFF2-40B4-BE49-F238E27FC236}">
                  <a16:creationId xmlns:a16="http://schemas.microsoft.com/office/drawing/2014/main" id="{8FEE8A0B-31C6-48B4-9066-BA82F9CE5A9E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68" name="Google Shape;3323;p68">
              <a:extLst>
                <a:ext uri="{FF2B5EF4-FFF2-40B4-BE49-F238E27FC236}">
                  <a16:creationId xmlns:a16="http://schemas.microsoft.com/office/drawing/2014/main" id="{02376812-6C9E-4C52-9007-3D90F5F055D2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69" name="Google Shape;3324;p68">
              <a:extLst>
                <a:ext uri="{FF2B5EF4-FFF2-40B4-BE49-F238E27FC236}">
                  <a16:creationId xmlns:a16="http://schemas.microsoft.com/office/drawing/2014/main" id="{F59EB7E5-10F7-4EC1-A0A0-4F2F047B49BA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70" name="Google Shape;3325;p68">
              <a:extLst>
                <a:ext uri="{FF2B5EF4-FFF2-40B4-BE49-F238E27FC236}">
                  <a16:creationId xmlns:a16="http://schemas.microsoft.com/office/drawing/2014/main" id="{AE8A410F-5A0B-40D6-A141-B59CA66D2E25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71" name="Google Shape;3326;p68">
              <a:extLst>
                <a:ext uri="{FF2B5EF4-FFF2-40B4-BE49-F238E27FC236}">
                  <a16:creationId xmlns:a16="http://schemas.microsoft.com/office/drawing/2014/main" id="{2CDF4BEA-E360-404E-842F-7A052C7AA1B0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72" name="Google Shape;3327;p68">
              <a:extLst>
                <a:ext uri="{FF2B5EF4-FFF2-40B4-BE49-F238E27FC236}">
                  <a16:creationId xmlns:a16="http://schemas.microsoft.com/office/drawing/2014/main" id="{E611B03A-72B9-4FA5-A28B-30CB4B393C2A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73" name="Google Shape;3328;p68">
              <a:extLst>
                <a:ext uri="{FF2B5EF4-FFF2-40B4-BE49-F238E27FC236}">
                  <a16:creationId xmlns:a16="http://schemas.microsoft.com/office/drawing/2014/main" id="{9C94F099-3FF7-4A7F-A2CC-37BBF88EF961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74" name="Google Shape;3329;p68">
              <a:extLst>
                <a:ext uri="{FF2B5EF4-FFF2-40B4-BE49-F238E27FC236}">
                  <a16:creationId xmlns:a16="http://schemas.microsoft.com/office/drawing/2014/main" id="{A79E0DBC-8356-4AEE-BE80-8C6D548ED4F9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75" name="Google Shape;3330;p68">
              <a:extLst>
                <a:ext uri="{FF2B5EF4-FFF2-40B4-BE49-F238E27FC236}">
                  <a16:creationId xmlns:a16="http://schemas.microsoft.com/office/drawing/2014/main" id="{DF7DED7A-3A80-408F-BCF1-6EACBAA912CA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76" name="Google Shape;3331;p68">
              <a:extLst>
                <a:ext uri="{FF2B5EF4-FFF2-40B4-BE49-F238E27FC236}">
                  <a16:creationId xmlns:a16="http://schemas.microsoft.com/office/drawing/2014/main" id="{7031F120-A62D-4300-BEEE-AF1F06A27236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77" name="Google Shape;3332;p68">
              <a:extLst>
                <a:ext uri="{FF2B5EF4-FFF2-40B4-BE49-F238E27FC236}">
                  <a16:creationId xmlns:a16="http://schemas.microsoft.com/office/drawing/2014/main" id="{980BA9B2-3C12-4471-9EAC-3845A5D1AA09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78" name="Google Shape;3333;p68">
              <a:extLst>
                <a:ext uri="{FF2B5EF4-FFF2-40B4-BE49-F238E27FC236}">
                  <a16:creationId xmlns:a16="http://schemas.microsoft.com/office/drawing/2014/main" id="{CA2EEF58-8D6B-4AC2-B1F0-78C078CDC140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79" name="Google Shape;3334;p68">
              <a:extLst>
                <a:ext uri="{FF2B5EF4-FFF2-40B4-BE49-F238E27FC236}">
                  <a16:creationId xmlns:a16="http://schemas.microsoft.com/office/drawing/2014/main" id="{882D8A90-D6D9-4CAE-99DB-161B7B87162D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80" name="Google Shape;3335;p68">
              <a:extLst>
                <a:ext uri="{FF2B5EF4-FFF2-40B4-BE49-F238E27FC236}">
                  <a16:creationId xmlns:a16="http://schemas.microsoft.com/office/drawing/2014/main" id="{A82B8892-86F6-4E1F-8FCD-8253B18C6FDE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81" name="Google Shape;3336;p68">
              <a:extLst>
                <a:ext uri="{FF2B5EF4-FFF2-40B4-BE49-F238E27FC236}">
                  <a16:creationId xmlns:a16="http://schemas.microsoft.com/office/drawing/2014/main" id="{7AECD37E-7557-4F0E-B3A8-635A2F7255CD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82" name="Google Shape;3337;p68">
              <a:extLst>
                <a:ext uri="{FF2B5EF4-FFF2-40B4-BE49-F238E27FC236}">
                  <a16:creationId xmlns:a16="http://schemas.microsoft.com/office/drawing/2014/main" id="{467D54B8-9FF5-40A7-B013-5AC5DDB26CC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83" name="Google Shape;3338;p68">
              <a:extLst>
                <a:ext uri="{FF2B5EF4-FFF2-40B4-BE49-F238E27FC236}">
                  <a16:creationId xmlns:a16="http://schemas.microsoft.com/office/drawing/2014/main" id="{C542AFB0-5C30-45EF-A465-6D2F58BFC49B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84" name="Google Shape;3339;p68">
              <a:extLst>
                <a:ext uri="{FF2B5EF4-FFF2-40B4-BE49-F238E27FC236}">
                  <a16:creationId xmlns:a16="http://schemas.microsoft.com/office/drawing/2014/main" id="{2BDD1499-AADE-4C78-83D0-6AFA686A24AD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85" name="Google Shape;3340;p68">
              <a:extLst>
                <a:ext uri="{FF2B5EF4-FFF2-40B4-BE49-F238E27FC236}">
                  <a16:creationId xmlns:a16="http://schemas.microsoft.com/office/drawing/2014/main" id="{C7C88E24-9803-43C7-8451-C90440697952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86" name="Google Shape;3341;p68">
              <a:extLst>
                <a:ext uri="{FF2B5EF4-FFF2-40B4-BE49-F238E27FC236}">
                  <a16:creationId xmlns:a16="http://schemas.microsoft.com/office/drawing/2014/main" id="{37EC5420-F9A4-4E44-B9F9-83F71530F6E2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87" name="Google Shape;3342;p68">
              <a:extLst>
                <a:ext uri="{FF2B5EF4-FFF2-40B4-BE49-F238E27FC236}">
                  <a16:creationId xmlns:a16="http://schemas.microsoft.com/office/drawing/2014/main" id="{7864EF79-C900-4D5A-9D4D-10B364926E87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88" name="Google Shape;3343;p68">
              <a:extLst>
                <a:ext uri="{FF2B5EF4-FFF2-40B4-BE49-F238E27FC236}">
                  <a16:creationId xmlns:a16="http://schemas.microsoft.com/office/drawing/2014/main" id="{09D7BFAD-624B-4C57-8527-B65869A33199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89" name="Google Shape;3344;p68">
              <a:extLst>
                <a:ext uri="{FF2B5EF4-FFF2-40B4-BE49-F238E27FC236}">
                  <a16:creationId xmlns:a16="http://schemas.microsoft.com/office/drawing/2014/main" id="{F832A364-B88E-4310-9D43-5CE62FD8C76F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90" name="Google Shape;3345;p68">
              <a:extLst>
                <a:ext uri="{FF2B5EF4-FFF2-40B4-BE49-F238E27FC236}">
                  <a16:creationId xmlns:a16="http://schemas.microsoft.com/office/drawing/2014/main" id="{C2279AA7-D4AF-42CB-8540-65A25DCFEF73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91" name="Google Shape;3346;p68">
              <a:extLst>
                <a:ext uri="{FF2B5EF4-FFF2-40B4-BE49-F238E27FC236}">
                  <a16:creationId xmlns:a16="http://schemas.microsoft.com/office/drawing/2014/main" id="{4458A73B-4F34-4525-B5A2-B853F211D2F3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92" name="Google Shape;3347;p68">
              <a:extLst>
                <a:ext uri="{FF2B5EF4-FFF2-40B4-BE49-F238E27FC236}">
                  <a16:creationId xmlns:a16="http://schemas.microsoft.com/office/drawing/2014/main" id="{6DBF0FF7-E6ED-4BEC-83EF-FF18DEC617AD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93" name="Google Shape;3348;p68">
              <a:extLst>
                <a:ext uri="{FF2B5EF4-FFF2-40B4-BE49-F238E27FC236}">
                  <a16:creationId xmlns:a16="http://schemas.microsoft.com/office/drawing/2014/main" id="{3EDAE345-9EFF-4D5E-93EA-A0EAC61F334A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94" name="Google Shape;3349;p68">
              <a:extLst>
                <a:ext uri="{FF2B5EF4-FFF2-40B4-BE49-F238E27FC236}">
                  <a16:creationId xmlns:a16="http://schemas.microsoft.com/office/drawing/2014/main" id="{C561553A-E6E2-4526-8B9F-48D56918347B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95" name="Google Shape;3350;p68">
              <a:extLst>
                <a:ext uri="{FF2B5EF4-FFF2-40B4-BE49-F238E27FC236}">
                  <a16:creationId xmlns:a16="http://schemas.microsoft.com/office/drawing/2014/main" id="{F74EDC7D-370F-4820-B011-25B182684B10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96" name="Google Shape;3351;p68">
              <a:extLst>
                <a:ext uri="{FF2B5EF4-FFF2-40B4-BE49-F238E27FC236}">
                  <a16:creationId xmlns:a16="http://schemas.microsoft.com/office/drawing/2014/main" id="{D21E2AE7-1D0F-4221-BB50-D5F524948CE2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97" name="Google Shape;3352;p68">
              <a:extLst>
                <a:ext uri="{FF2B5EF4-FFF2-40B4-BE49-F238E27FC236}">
                  <a16:creationId xmlns:a16="http://schemas.microsoft.com/office/drawing/2014/main" id="{9D3FBF25-05A7-49A9-AF8F-EAE0C63F6130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98" name="Google Shape;3353;p68">
              <a:extLst>
                <a:ext uri="{FF2B5EF4-FFF2-40B4-BE49-F238E27FC236}">
                  <a16:creationId xmlns:a16="http://schemas.microsoft.com/office/drawing/2014/main" id="{B237C337-4CEC-40E5-AE31-B88F80582B06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799" name="Google Shape;3354;p68">
              <a:extLst>
                <a:ext uri="{FF2B5EF4-FFF2-40B4-BE49-F238E27FC236}">
                  <a16:creationId xmlns:a16="http://schemas.microsoft.com/office/drawing/2014/main" id="{DE776AC6-E4DE-4401-869E-FA6C1382953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00" name="Google Shape;3355;p68">
              <a:extLst>
                <a:ext uri="{FF2B5EF4-FFF2-40B4-BE49-F238E27FC236}">
                  <a16:creationId xmlns:a16="http://schemas.microsoft.com/office/drawing/2014/main" id="{36EEE2DD-6206-45D8-A7B9-4155EF6C1749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01" name="Google Shape;3356;p68">
              <a:extLst>
                <a:ext uri="{FF2B5EF4-FFF2-40B4-BE49-F238E27FC236}">
                  <a16:creationId xmlns:a16="http://schemas.microsoft.com/office/drawing/2014/main" id="{CCCF62D2-7586-46F7-9358-C232442D3688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02" name="Google Shape;3357;p68">
              <a:extLst>
                <a:ext uri="{FF2B5EF4-FFF2-40B4-BE49-F238E27FC236}">
                  <a16:creationId xmlns:a16="http://schemas.microsoft.com/office/drawing/2014/main" id="{00429BB3-F22B-4118-8428-0B34AA15573C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03" name="Google Shape;3358;p68">
              <a:extLst>
                <a:ext uri="{FF2B5EF4-FFF2-40B4-BE49-F238E27FC236}">
                  <a16:creationId xmlns:a16="http://schemas.microsoft.com/office/drawing/2014/main" id="{1B20A061-6870-4657-BC4F-956042EC471E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04" name="Google Shape;3359;p68">
              <a:extLst>
                <a:ext uri="{FF2B5EF4-FFF2-40B4-BE49-F238E27FC236}">
                  <a16:creationId xmlns:a16="http://schemas.microsoft.com/office/drawing/2014/main" id="{2967069F-7C9F-4DE3-96F2-36105F212B5B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05" name="Google Shape;3360;p68">
              <a:extLst>
                <a:ext uri="{FF2B5EF4-FFF2-40B4-BE49-F238E27FC236}">
                  <a16:creationId xmlns:a16="http://schemas.microsoft.com/office/drawing/2014/main" id="{E79F1D9C-EF0C-4FB4-920E-EA2CCC49BEF9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06" name="Google Shape;3361;p68">
              <a:extLst>
                <a:ext uri="{FF2B5EF4-FFF2-40B4-BE49-F238E27FC236}">
                  <a16:creationId xmlns:a16="http://schemas.microsoft.com/office/drawing/2014/main" id="{46D970D4-95D0-49D0-8B26-8B018188C28E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07" name="Google Shape;3362;p68">
              <a:extLst>
                <a:ext uri="{FF2B5EF4-FFF2-40B4-BE49-F238E27FC236}">
                  <a16:creationId xmlns:a16="http://schemas.microsoft.com/office/drawing/2014/main" id="{1985C39C-9C61-492F-BD8A-F0A4D2A3B271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08" name="Google Shape;3363;p68">
              <a:extLst>
                <a:ext uri="{FF2B5EF4-FFF2-40B4-BE49-F238E27FC236}">
                  <a16:creationId xmlns:a16="http://schemas.microsoft.com/office/drawing/2014/main" id="{F74D9F39-C95E-4A6E-AE61-A5051C48430F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09" name="Google Shape;3364;p68">
              <a:extLst>
                <a:ext uri="{FF2B5EF4-FFF2-40B4-BE49-F238E27FC236}">
                  <a16:creationId xmlns:a16="http://schemas.microsoft.com/office/drawing/2014/main" id="{144DF81A-7A92-4150-ABCB-FA660C01F924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10" name="Google Shape;3365;p68">
              <a:extLst>
                <a:ext uri="{FF2B5EF4-FFF2-40B4-BE49-F238E27FC236}">
                  <a16:creationId xmlns:a16="http://schemas.microsoft.com/office/drawing/2014/main" id="{0CA9B071-8188-40C2-99F4-A218C7272C90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11" name="Google Shape;3366;p68">
              <a:extLst>
                <a:ext uri="{FF2B5EF4-FFF2-40B4-BE49-F238E27FC236}">
                  <a16:creationId xmlns:a16="http://schemas.microsoft.com/office/drawing/2014/main" id="{6894685A-BFA6-48CB-9155-DD3C1DCCEEC9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12" name="Google Shape;3367;p68">
              <a:extLst>
                <a:ext uri="{FF2B5EF4-FFF2-40B4-BE49-F238E27FC236}">
                  <a16:creationId xmlns:a16="http://schemas.microsoft.com/office/drawing/2014/main" id="{1D8DE37E-E6DC-429E-A5AD-E73F8D36DBDD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13" name="Google Shape;3368;p68">
              <a:extLst>
                <a:ext uri="{FF2B5EF4-FFF2-40B4-BE49-F238E27FC236}">
                  <a16:creationId xmlns:a16="http://schemas.microsoft.com/office/drawing/2014/main" id="{CD8728BC-4518-4926-8DC9-8C06812D808A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14" name="Google Shape;3369;p68">
              <a:extLst>
                <a:ext uri="{FF2B5EF4-FFF2-40B4-BE49-F238E27FC236}">
                  <a16:creationId xmlns:a16="http://schemas.microsoft.com/office/drawing/2014/main" id="{127011A0-81A3-4730-83E6-B1A98A404852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15" name="Google Shape;3370;p68">
              <a:extLst>
                <a:ext uri="{FF2B5EF4-FFF2-40B4-BE49-F238E27FC236}">
                  <a16:creationId xmlns:a16="http://schemas.microsoft.com/office/drawing/2014/main" id="{2048189B-FAF0-4B0F-9984-DBE597C562E6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16" name="Google Shape;3371;p68">
              <a:extLst>
                <a:ext uri="{FF2B5EF4-FFF2-40B4-BE49-F238E27FC236}">
                  <a16:creationId xmlns:a16="http://schemas.microsoft.com/office/drawing/2014/main" id="{EE0A9899-DD0E-4CF5-AE21-80C219A2970A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17" name="Google Shape;3372;p68">
              <a:extLst>
                <a:ext uri="{FF2B5EF4-FFF2-40B4-BE49-F238E27FC236}">
                  <a16:creationId xmlns:a16="http://schemas.microsoft.com/office/drawing/2014/main" id="{F22D20B1-C706-4973-BE73-3E75EFB780EF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18" name="Google Shape;3373;p68">
              <a:extLst>
                <a:ext uri="{FF2B5EF4-FFF2-40B4-BE49-F238E27FC236}">
                  <a16:creationId xmlns:a16="http://schemas.microsoft.com/office/drawing/2014/main" id="{75AC772E-D037-45C3-884C-FBAF8A9EAE72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19" name="Google Shape;3374;p68">
              <a:extLst>
                <a:ext uri="{FF2B5EF4-FFF2-40B4-BE49-F238E27FC236}">
                  <a16:creationId xmlns:a16="http://schemas.microsoft.com/office/drawing/2014/main" id="{EE5F064A-D70C-4319-B215-8FA65C027B06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20" name="Google Shape;3375;p68">
              <a:extLst>
                <a:ext uri="{FF2B5EF4-FFF2-40B4-BE49-F238E27FC236}">
                  <a16:creationId xmlns:a16="http://schemas.microsoft.com/office/drawing/2014/main" id="{38142D73-B87C-4464-B02C-BFB72C963952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21" name="Google Shape;3376;p68">
              <a:extLst>
                <a:ext uri="{FF2B5EF4-FFF2-40B4-BE49-F238E27FC236}">
                  <a16:creationId xmlns:a16="http://schemas.microsoft.com/office/drawing/2014/main" id="{8AFF07F7-D6CF-4E8F-A565-5037AA33ABF7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22" name="Google Shape;3377;p68">
              <a:extLst>
                <a:ext uri="{FF2B5EF4-FFF2-40B4-BE49-F238E27FC236}">
                  <a16:creationId xmlns:a16="http://schemas.microsoft.com/office/drawing/2014/main" id="{8E8D7A38-4F51-4301-84DF-48F33864F60F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23" name="Google Shape;3378;p68">
              <a:extLst>
                <a:ext uri="{FF2B5EF4-FFF2-40B4-BE49-F238E27FC236}">
                  <a16:creationId xmlns:a16="http://schemas.microsoft.com/office/drawing/2014/main" id="{93BA2636-81A2-437C-A7D3-C8B62B216BB6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24" name="Google Shape;3379;p68">
              <a:extLst>
                <a:ext uri="{FF2B5EF4-FFF2-40B4-BE49-F238E27FC236}">
                  <a16:creationId xmlns:a16="http://schemas.microsoft.com/office/drawing/2014/main" id="{C488B966-96D3-4460-BBCE-180F36D50B1E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25" name="Google Shape;3380;p68">
              <a:extLst>
                <a:ext uri="{FF2B5EF4-FFF2-40B4-BE49-F238E27FC236}">
                  <a16:creationId xmlns:a16="http://schemas.microsoft.com/office/drawing/2014/main" id="{E74CF06A-ECA7-4F19-A2BE-27077A7A9F5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26" name="Google Shape;3381;p68">
              <a:extLst>
                <a:ext uri="{FF2B5EF4-FFF2-40B4-BE49-F238E27FC236}">
                  <a16:creationId xmlns:a16="http://schemas.microsoft.com/office/drawing/2014/main" id="{66ED2A80-44B5-472E-BD2C-A3CDB3E3B518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27" name="Google Shape;3382;p68">
              <a:extLst>
                <a:ext uri="{FF2B5EF4-FFF2-40B4-BE49-F238E27FC236}">
                  <a16:creationId xmlns:a16="http://schemas.microsoft.com/office/drawing/2014/main" id="{2105D061-2990-4F0D-A8D3-170656D3059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28" name="Google Shape;3383;p68">
              <a:extLst>
                <a:ext uri="{FF2B5EF4-FFF2-40B4-BE49-F238E27FC236}">
                  <a16:creationId xmlns:a16="http://schemas.microsoft.com/office/drawing/2014/main" id="{531AF390-F751-490F-983A-4206F0A105D9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29" name="Google Shape;3384;p68">
              <a:extLst>
                <a:ext uri="{FF2B5EF4-FFF2-40B4-BE49-F238E27FC236}">
                  <a16:creationId xmlns:a16="http://schemas.microsoft.com/office/drawing/2014/main" id="{709B827F-3EEC-4273-BB79-404DC2591EEA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30" name="Google Shape;3385;p68">
              <a:extLst>
                <a:ext uri="{FF2B5EF4-FFF2-40B4-BE49-F238E27FC236}">
                  <a16:creationId xmlns:a16="http://schemas.microsoft.com/office/drawing/2014/main" id="{933F89AD-60BE-4321-989D-3AA5031C118E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31" name="Google Shape;3386;p68">
              <a:extLst>
                <a:ext uri="{FF2B5EF4-FFF2-40B4-BE49-F238E27FC236}">
                  <a16:creationId xmlns:a16="http://schemas.microsoft.com/office/drawing/2014/main" id="{DBC07EFB-DDF5-41D6-9E52-3C732815774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32" name="Google Shape;3387;p68">
              <a:extLst>
                <a:ext uri="{FF2B5EF4-FFF2-40B4-BE49-F238E27FC236}">
                  <a16:creationId xmlns:a16="http://schemas.microsoft.com/office/drawing/2014/main" id="{DA1C36E7-8D7A-4114-847B-184E5612A39F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33" name="Google Shape;3388;p68">
              <a:extLst>
                <a:ext uri="{FF2B5EF4-FFF2-40B4-BE49-F238E27FC236}">
                  <a16:creationId xmlns:a16="http://schemas.microsoft.com/office/drawing/2014/main" id="{5C8AC073-B8A3-48FA-A655-D3407D3A632F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34" name="Google Shape;3389;p68">
              <a:extLst>
                <a:ext uri="{FF2B5EF4-FFF2-40B4-BE49-F238E27FC236}">
                  <a16:creationId xmlns:a16="http://schemas.microsoft.com/office/drawing/2014/main" id="{C3E81A86-80C8-4FCF-9443-C84C9411E6D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35" name="Google Shape;3390;p68">
              <a:extLst>
                <a:ext uri="{FF2B5EF4-FFF2-40B4-BE49-F238E27FC236}">
                  <a16:creationId xmlns:a16="http://schemas.microsoft.com/office/drawing/2014/main" id="{DD219036-28A9-48B3-949D-E4187AB905CF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36" name="Google Shape;3391;p68">
              <a:extLst>
                <a:ext uri="{FF2B5EF4-FFF2-40B4-BE49-F238E27FC236}">
                  <a16:creationId xmlns:a16="http://schemas.microsoft.com/office/drawing/2014/main" id="{34482202-FF6F-47FA-A246-63C289718A5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37" name="Google Shape;3392;p68">
              <a:extLst>
                <a:ext uri="{FF2B5EF4-FFF2-40B4-BE49-F238E27FC236}">
                  <a16:creationId xmlns:a16="http://schemas.microsoft.com/office/drawing/2014/main" id="{1958C3D9-B34D-40BE-A8A1-754051548475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38" name="Google Shape;3393;p68">
              <a:extLst>
                <a:ext uri="{FF2B5EF4-FFF2-40B4-BE49-F238E27FC236}">
                  <a16:creationId xmlns:a16="http://schemas.microsoft.com/office/drawing/2014/main" id="{50DAB953-2A85-45D0-AA4E-23E66C14156C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39" name="Google Shape;3394;p68">
              <a:extLst>
                <a:ext uri="{FF2B5EF4-FFF2-40B4-BE49-F238E27FC236}">
                  <a16:creationId xmlns:a16="http://schemas.microsoft.com/office/drawing/2014/main" id="{2C6054E4-D48F-43AB-885A-867BA8BA6A88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40" name="Google Shape;3395;p68">
              <a:extLst>
                <a:ext uri="{FF2B5EF4-FFF2-40B4-BE49-F238E27FC236}">
                  <a16:creationId xmlns:a16="http://schemas.microsoft.com/office/drawing/2014/main" id="{83312642-24D0-41FA-924C-901751842ED5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41" name="Google Shape;3396;p68">
              <a:extLst>
                <a:ext uri="{FF2B5EF4-FFF2-40B4-BE49-F238E27FC236}">
                  <a16:creationId xmlns:a16="http://schemas.microsoft.com/office/drawing/2014/main" id="{F8CB7201-86C6-46CC-805C-EB5E9AC825DF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42" name="Google Shape;3397;p68">
              <a:extLst>
                <a:ext uri="{FF2B5EF4-FFF2-40B4-BE49-F238E27FC236}">
                  <a16:creationId xmlns:a16="http://schemas.microsoft.com/office/drawing/2014/main" id="{D324F036-C3DB-4FC0-98F2-19B73F5C6705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43" name="Google Shape;3398;p68">
              <a:extLst>
                <a:ext uri="{FF2B5EF4-FFF2-40B4-BE49-F238E27FC236}">
                  <a16:creationId xmlns:a16="http://schemas.microsoft.com/office/drawing/2014/main" id="{14E3E4AB-38BD-48A1-AB27-4C3544B489BC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44" name="Google Shape;3399;p68">
              <a:extLst>
                <a:ext uri="{FF2B5EF4-FFF2-40B4-BE49-F238E27FC236}">
                  <a16:creationId xmlns:a16="http://schemas.microsoft.com/office/drawing/2014/main" id="{EB72F29D-6E3C-44C4-95AD-9694D057E265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45" name="Google Shape;3400;p68">
              <a:extLst>
                <a:ext uri="{FF2B5EF4-FFF2-40B4-BE49-F238E27FC236}">
                  <a16:creationId xmlns:a16="http://schemas.microsoft.com/office/drawing/2014/main" id="{2B8A7B82-674C-4C1F-8CD9-D55A9142FFB8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46" name="Google Shape;3401;p68">
              <a:extLst>
                <a:ext uri="{FF2B5EF4-FFF2-40B4-BE49-F238E27FC236}">
                  <a16:creationId xmlns:a16="http://schemas.microsoft.com/office/drawing/2014/main" id="{E7C9310F-AC67-44CE-839F-5AB54F957A68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47" name="Google Shape;3402;p68">
              <a:extLst>
                <a:ext uri="{FF2B5EF4-FFF2-40B4-BE49-F238E27FC236}">
                  <a16:creationId xmlns:a16="http://schemas.microsoft.com/office/drawing/2014/main" id="{CD837687-C0EB-4712-9701-F3FFF44BE788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48" name="Google Shape;3403;p68">
              <a:extLst>
                <a:ext uri="{FF2B5EF4-FFF2-40B4-BE49-F238E27FC236}">
                  <a16:creationId xmlns:a16="http://schemas.microsoft.com/office/drawing/2014/main" id="{252FEA0B-C54B-472D-BBCB-0F1488FF8B70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49" name="Google Shape;3404;p68">
              <a:extLst>
                <a:ext uri="{FF2B5EF4-FFF2-40B4-BE49-F238E27FC236}">
                  <a16:creationId xmlns:a16="http://schemas.microsoft.com/office/drawing/2014/main" id="{677C4104-6DEE-4FEF-BF46-2FF9B7B8E5D6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50" name="Google Shape;3405;p68">
              <a:extLst>
                <a:ext uri="{FF2B5EF4-FFF2-40B4-BE49-F238E27FC236}">
                  <a16:creationId xmlns:a16="http://schemas.microsoft.com/office/drawing/2014/main" id="{3B786996-7D4E-43A7-AF68-ED9D340AAF9A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51" name="Google Shape;3406;p68">
              <a:extLst>
                <a:ext uri="{FF2B5EF4-FFF2-40B4-BE49-F238E27FC236}">
                  <a16:creationId xmlns:a16="http://schemas.microsoft.com/office/drawing/2014/main" id="{834D804B-2A91-4C27-87D9-34611B0CFA27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52" name="Google Shape;3407;p68">
              <a:extLst>
                <a:ext uri="{FF2B5EF4-FFF2-40B4-BE49-F238E27FC236}">
                  <a16:creationId xmlns:a16="http://schemas.microsoft.com/office/drawing/2014/main" id="{753B1335-C187-4ADB-A286-C9042D078C40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53" name="Google Shape;3408;p68">
              <a:extLst>
                <a:ext uri="{FF2B5EF4-FFF2-40B4-BE49-F238E27FC236}">
                  <a16:creationId xmlns:a16="http://schemas.microsoft.com/office/drawing/2014/main" id="{210AFB39-80A4-4488-9415-222DA215D1DE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54" name="Google Shape;3409;p68">
              <a:extLst>
                <a:ext uri="{FF2B5EF4-FFF2-40B4-BE49-F238E27FC236}">
                  <a16:creationId xmlns:a16="http://schemas.microsoft.com/office/drawing/2014/main" id="{3900A004-67B6-416E-8C5B-D5C1C7CC889D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55" name="Google Shape;3410;p68">
              <a:extLst>
                <a:ext uri="{FF2B5EF4-FFF2-40B4-BE49-F238E27FC236}">
                  <a16:creationId xmlns:a16="http://schemas.microsoft.com/office/drawing/2014/main" id="{05BB28B7-C7BD-4480-AB08-32B3C8596604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56" name="Google Shape;3411;p68">
              <a:extLst>
                <a:ext uri="{FF2B5EF4-FFF2-40B4-BE49-F238E27FC236}">
                  <a16:creationId xmlns:a16="http://schemas.microsoft.com/office/drawing/2014/main" id="{0B4FBB7D-D103-49C1-8C1A-47E14304586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57" name="Google Shape;3412;p68">
              <a:extLst>
                <a:ext uri="{FF2B5EF4-FFF2-40B4-BE49-F238E27FC236}">
                  <a16:creationId xmlns:a16="http://schemas.microsoft.com/office/drawing/2014/main" id="{7222BD70-82E3-4C31-BFDF-0DA8034405F0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58" name="Google Shape;3413;p68">
              <a:extLst>
                <a:ext uri="{FF2B5EF4-FFF2-40B4-BE49-F238E27FC236}">
                  <a16:creationId xmlns:a16="http://schemas.microsoft.com/office/drawing/2014/main" id="{E3F7F962-36C3-4B71-8424-422D75528A5F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59" name="Google Shape;3414;p68">
              <a:extLst>
                <a:ext uri="{FF2B5EF4-FFF2-40B4-BE49-F238E27FC236}">
                  <a16:creationId xmlns:a16="http://schemas.microsoft.com/office/drawing/2014/main" id="{824E8463-EA93-48D5-9F6B-5C1D853AC412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60" name="Google Shape;3415;p68">
              <a:extLst>
                <a:ext uri="{FF2B5EF4-FFF2-40B4-BE49-F238E27FC236}">
                  <a16:creationId xmlns:a16="http://schemas.microsoft.com/office/drawing/2014/main" id="{9690FE62-B1CC-41CD-8F06-DC14586D70CE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61" name="Google Shape;3416;p68">
              <a:extLst>
                <a:ext uri="{FF2B5EF4-FFF2-40B4-BE49-F238E27FC236}">
                  <a16:creationId xmlns:a16="http://schemas.microsoft.com/office/drawing/2014/main" id="{16DF77A5-DFD6-4BFB-B45E-B2ED8EA07F12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62" name="Google Shape;3417;p68">
              <a:extLst>
                <a:ext uri="{FF2B5EF4-FFF2-40B4-BE49-F238E27FC236}">
                  <a16:creationId xmlns:a16="http://schemas.microsoft.com/office/drawing/2014/main" id="{7807D70C-0ECF-4A23-A8B9-E36BDFE9EAAE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63" name="Google Shape;3418;p68">
              <a:extLst>
                <a:ext uri="{FF2B5EF4-FFF2-40B4-BE49-F238E27FC236}">
                  <a16:creationId xmlns:a16="http://schemas.microsoft.com/office/drawing/2014/main" id="{9BA0A31C-D40E-4913-A700-CAB377D6441F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64" name="Google Shape;3419;p68">
              <a:extLst>
                <a:ext uri="{FF2B5EF4-FFF2-40B4-BE49-F238E27FC236}">
                  <a16:creationId xmlns:a16="http://schemas.microsoft.com/office/drawing/2014/main" id="{D196E25A-BF1A-4971-8C47-275CA0DB30C8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65" name="Google Shape;3420;p68">
              <a:extLst>
                <a:ext uri="{FF2B5EF4-FFF2-40B4-BE49-F238E27FC236}">
                  <a16:creationId xmlns:a16="http://schemas.microsoft.com/office/drawing/2014/main" id="{B14B7890-817C-4426-9217-DF9173AC32E4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66" name="Google Shape;3421;p68">
              <a:extLst>
                <a:ext uri="{FF2B5EF4-FFF2-40B4-BE49-F238E27FC236}">
                  <a16:creationId xmlns:a16="http://schemas.microsoft.com/office/drawing/2014/main" id="{6F7F967D-86F6-4099-B0E3-C8C2B691A39B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67" name="Google Shape;3422;p68">
              <a:extLst>
                <a:ext uri="{FF2B5EF4-FFF2-40B4-BE49-F238E27FC236}">
                  <a16:creationId xmlns:a16="http://schemas.microsoft.com/office/drawing/2014/main" id="{C017810B-B17A-4A45-A4C6-F82BC3CBBDD7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68" name="Google Shape;3423;p68">
              <a:extLst>
                <a:ext uri="{FF2B5EF4-FFF2-40B4-BE49-F238E27FC236}">
                  <a16:creationId xmlns:a16="http://schemas.microsoft.com/office/drawing/2014/main" id="{563D2D52-B11A-4A94-9DB9-FF5787B970F4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69" name="Google Shape;3424;p68">
              <a:extLst>
                <a:ext uri="{FF2B5EF4-FFF2-40B4-BE49-F238E27FC236}">
                  <a16:creationId xmlns:a16="http://schemas.microsoft.com/office/drawing/2014/main" id="{9394D206-AE43-41E6-A6F3-356C8F488BA9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70" name="Google Shape;3425;p68">
              <a:extLst>
                <a:ext uri="{FF2B5EF4-FFF2-40B4-BE49-F238E27FC236}">
                  <a16:creationId xmlns:a16="http://schemas.microsoft.com/office/drawing/2014/main" id="{DB8F2D69-16A6-4F63-853E-67E92A5DF5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71" name="Google Shape;3426;p68">
              <a:extLst>
                <a:ext uri="{FF2B5EF4-FFF2-40B4-BE49-F238E27FC236}">
                  <a16:creationId xmlns:a16="http://schemas.microsoft.com/office/drawing/2014/main" id="{A540215E-8FD1-4A70-9F6B-D5C6EAF8F48E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72" name="Google Shape;3427;p68">
              <a:extLst>
                <a:ext uri="{FF2B5EF4-FFF2-40B4-BE49-F238E27FC236}">
                  <a16:creationId xmlns:a16="http://schemas.microsoft.com/office/drawing/2014/main" id="{AD8CB201-43D6-4DF2-8ABB-658BDD1B58C9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73" name="Google Shape;3428;p68">
              <a:extLst>
                <a:ext uri="{FF2B5EF4-FFF2-40B4-BE49-F238E27FC236}">
                  <a16:creationId xmlns:a16="http://schemas.microsoft.com/office/drawing/2014/main" id="{4622CF5B-5658-41EE-BD70-46D109DF1E2D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74" name="Google Shape;3429;p68">
              <a:extLst>
                <a:ext uri="{FF2B5EF4-FFF2-40B4-BE49-F238E27FC236}">
                  <a16:creationId xmlns:a16="http://schemas.microsoft.com/office/drawing/2014/main" id="{E034DDB1-DCEA-4E46-AE99-F184C59BC6C3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75" name="Google Shape;3430;p68">
              <a:extLst>
                <a:ext uri="{FF2B5EF4-FFF2-40B4-BE49-F238E27FC236}">
                  <a16:creationId xmlns:a16="http://schemas.microsoft.com/office/drawing/2014/main" id="{ABB534EC-D0F1-46CD-93A4-4C08AF4D8FBB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76" name="Google Shape;3431;p68">
              <a:extLst>
                <a:ext uri="{FF2B5EF4-FFF2-40B4-BE49-F238E27FC236}">
                  <a16:creationId xmlns:a16="http://schemas.microsoft.com/office/drawing/2014/main" id="{96E6C3DA-17B3-423B-83BF-617ECD3ECE0B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77" name="Google Shape;3432;p68">
              <a:extLst>
                <a:ext uri="{FF2B5EF4-FFF2-40B4-BE49-F238E27FC236}">
                  <a16:creationId xmlns:a16="http://schemas.microsoft.com/office/drawing/2014/main" id="{F6D47695-2E3A-4608-82F2-E0530F056BD3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78" name="Google Shape;3433;p68">
              <a:extLst>
                <a:ext uri="{FF2B5EF4-FFF2-40B4-BE49-F238E27FC236}">
                  <a16:creationId xmlns:a16="http://schemas.microsoft.com/office/drawing/2014/main" id="{3A4A0B8C-4705-4EF7-B937-82BEBB6871E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79" name="Google Shape;3434;p68">
              <a:extLst>
                <a:ext uri="{FF2B5EF4-FFF2-40B4-BE49-F238E27FC236}">
                  <a16:creationId xmlns:a16="http://schemas.microsoft.com/office/drawing/2014/main" id="{8C0C04B5-12A2-4BF3-BFC4-5DFCC28E067F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80" name="Google Shape;3435;p68">
              <a:extLst>
                <a:ext uri="{FF2B5EF4-FFF2-40B4-BE49-F238E27FC236}">
                  <a16:creationId xmlns:a16="http://schemas.microsoft.com/office/drawing/2014/main" id="{718ECEA6-DE42-48E5-9A87-F1341FB4C8A9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81" name="Google Shape;3436;p68">
              <a:extLst>
                <a:ext uri="{FF2B5EF4-FFF2-40B4-BE49-F238E27FC236}">
                  <a16:creationId xmlns:a16="http://schemas.microsoft.com/office/drawing/2014/main" id="{3EE1882E-9B50-4AAD-AA96-E437790C5455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82" name="Google Shape;3437;p68">
              <a:extLst>
                <a:ext uri="{FF2B5EF4-FFF2-40B4-BE49-F238E27FC236}">
                  <a16:creationId xmlns:a16="http://schemas.microsoft.com/office/drawing/2014/main" id="{0DD7021A-DF6A-485E-B581-CE06F2254790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83" name="Google Shape;3438;p68">
              <a:extLst>
                <a:ext uri="{FF2B5EF4-FFF2-40B4-BE49-F238E27FC236}">
                  <a16:creationId xmlns:a16="http://schemas.microsoft.com/office/drawing/2014/main" id="{839F250E-6668-418A-867A-48ED18F5B820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84" name="Google Shape;3439;p68">
              <a:extLst>
                <a:ext uri="{FF2B5EF4-FFF2-40B4-BE49-F238E27FC236}">
                  <a16:creationId xmlns:a16="http://schemas.microsoft.com/office/drawing/2014/main" id="{1A5BF994-8AA6-42A5-8E42-A9A54BF23758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85" name="Google Shape;3440;p68">
              <a:extLst>
                <a:ext uri="{FF2B5EF4-FFF2-40B4-BE49-F238E27FC236}">
                  <a16:creationId xmlns:a16="http://schemas.microsoft.com/office/drawing/2014/main" id="{B00F0CFB-CA26-49C2-9123-5A254C6462CC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86" name="Google Shape;3441;p68">
              <a:extLst>
                <a:ext uri="{FF2B5EF4-FFF2-40B4-BE49-F238E27FC236}">
                  <a16:creationId xmlns:a16="http://schemas.microsoft.com/office/drawing/2014/main" id="{1D9A54C0-DBCE-4D51-9A53-8FE813E559C8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87" name="Google Shape;3442;p68">
              <a:extLst>
                <a:ext uri="{FF2B5EF4-FFF2-40B4-BE49-F238E27FC236}">
                  <a16:creationId xmlns:a16="http://schemas.microsoft.com/office/drawing/2014/main" id="{1AF1B6C6-D841-4CEB-9236-2646E2B40FE0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88" name="Google Shape;3443;p68">
              <a:extLst>
                <a:ext uri="{FF2B5EF4-FFF2-40B4-BE49-F238E27FC236}">
                  <a16:creationId xmlns:a16="http://schemas.microsoft.com/office/drawing/2014/main" id="{120091CB-F087-4AFE-A9C7-FE3C658B1081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89" name="Google Shape;3444;p68">
              <a:extLst>
                <a:ext uri="{FF2B5EF4-FFF2-40B4-BE49-F238E27FC236}">
                  <a16:creationId xmlns:a16="http://schemas.microsoft.com/office/drawing/2014/main" id="{8AEA0592-89BA-463A-A248-4B92C03A62DB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90" name="Google Shape;3445;p68">
              <a:extLst>
                <a:ext uri="{FF2B5EF4-FFF2-40B4-BE49-F238E27FC236}">
                  <a16:creationId xmlns:a16="http://schemas.microsoft.com/office/drawing/2014/main" id="{06C10DB0-600C-4712-8D7B-979CB25D0BFA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91" name="Google Shape;3446;p68">
              <a:extLst>
                <a:ext uri="{FF2B5EF4-FFF2-40B4-BE49-F238E27FC236}">
                  <a16:creationId xmlns:a16="http://schemas.microsoft.com/office/drawing/2014/main" id="{58D250DF-DC64-4062-9DDB-EF4D6DC50971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92" name="Google Shape;3447;p68">
              <a:extLst>
                <a:ext uri="{FF2B5EF4-FFF2-40B4-BE49-F238E27FC236}">
                  <a16:creationId xmlns:a16="http://schemas.microsoft.com/office/drawing/2014/main" id="{7C50027A-5C03-459A-AD5B-C7EEC5C8E6A8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93" name="Google Shape;3448;p68">
              <a:extLst>
                <a:ext uri="{FF2B5EF4-FFF2-40B4-BE49-F238E27FC236}">
                  <a16:creationId xmlns:a16="http://schemas.microsoft.com/office/drawing/2014/main" id="{3670BE57-6AD2-4285-A8A6-72585F23373E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94" name="Google Shape;3449;p68">
              <a:extLst>
                <a:ext uri="{FF2B5EF4-FFF2-40B4-BE49-F238E27FC236}">
                  <a16:creationId xmlns:a16="http://schemas.microsoft.com/office/drawing/2014/main" id="{E125D3CC-27E8-4A23-BB32-E637DE4400CD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95" name="Google Shape;3450;p68">
              <a:extLst>
                <a:ext uri="{FF2B5EF4-FFF2-40B4-BE49-F238E27FC236}">
                  <a16:creationId xmlns:a16="http://schemas.microsoft.com/office/drawing/2014/main" id="{98A5FC26-99DF-42A0-B1CD-1F220C476FC8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96" name="Google Shape;3451;p68">
              <a:extLst>
                <a:ext uri="{FF2B5EF4-FFF2-40B4-BE49-F238E27FC236}">
                  <a16:creationId xmlns:a16="http://schemas.microsoft.com/office/drawing/2014/main" id="{36A91AEA-1513-4D27-9292-959FB14FC596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97" name="Google Shape;3452;p68">
              <a:extLst>
                <a:ext uri="{FF2B5EF4-FFF2-40B4-BE49-F238E27FC236}">
                  <a16:creationId xmlns:a16="http://schemas.microsoft.com/office/drawing/2014/main" id="{B379616A-71A0-4DCA-A3A0-6E0A4BA64F53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98" name="Google Shape;3453;p68">
              <a:extLst>
                <a:ext uri="{FF2B5EF4-FFF2-40B4-BE49-F238E27FC236}">
                  <a16:creationId xmlns:a16="http://schemas.microsoft.com/office/drawing/2014/main" id="{59C33E52-E3B1-4C77-B4BF-A1B6CA94A8C6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899" name="Google Shape;3454;p68">
              <a:extLst>
                <a:ext uri="{FF2B5EF4-FFF2-40B4-BE49-F238E27FC236}">
                  <a16:creationId xmlns:a16="http://schemas.microsoft.com/office/drawing/2014/main" id="{52EE6EB4-00FE-4C5C-9462-8FF1D02ED091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00" name="Google Shape;3455;p68">
              <a:extLst>
                <a:ext uri="{FF2B5EF4-FFF2-40B4-BE49-F238E27FC236}">
                  <a16:creationId xmlns:a16="http://schemas.microsoft.com/office/drawing/2014/main" id="{345613E1-1321-4180-BF92-E1AC5516F87F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01" name="Google Shape;3456;p68">
              <a:extLst>
                <a:ext uri="{FF2B5EF4-FFF2-40B4-BE49-F238E27FC236}">
                  <a16:creationId xmlns:a16="http://schemas.microsoft.com/office/drawing/2014/main" id="{15744795-EC4D-4928-BD48-2F73ED8516B8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02" name="Google Shape;3457;p68">
              <a:extLst>
                <a:ext uri="{FF2B5EF4-FFF2-40B4-BE49-F238E27FC236}">
                  <a16:creationId xmlns:a16="http://schemas.microsoft.com/office/drawing/2014/main" id="{E77EBDF5-8556-4B90-A0D4-59B5F62D312D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03" name="Google Shape;3458;p68">
              <a:extLst>
                <a:ext uri="{FF2B5EF4-FFF2-40B4-BE49-F238E27FC236}">
                  <a16:creationId xmlns:a16="http://schemas.microsoft.com/office/drawing/2014/main" id="{FCCE831E-01D4-4ABE-89A3-EE9FDC7E3A28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04" name="Google Shape;3459;p68">
              <a:extLst>
                <a:ext uri="{FF2B5EF4-FFF2-40B4-BE49-F238E27FC236}">
                  <a16:creationId xmlns:a16="http://schemas.microsoft.com/office/drawing/2014/main" id="{E0EFA0D8-4CE0-47EC-8F1C-0BB132015C92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05" name="Google Shape;3460;p68">
              <a:extLst>
                <a:ext uri="{FF2B5EF4-FFF2-40B4-BE49-F238E27FC236}">
                  <a16:creationId xmlns:a16="http://schemas.microsoft.com/office/drawing/2014/main" id="{590D6049-1B6C-4BD7-B69B-AD7EA08EE528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06" name="Google Shape;3461;p68">
              <a:extLst>
                <a:ext uri="{FF2B5EF4-FFF2-40B4-BE49-F238E27FC236}">
                  <a16:creationId xmlns:a16="http://schemas.microsoft.com/office/drawing/2014/main" id="{4BAEB8D8-DD83-45B4-9451-B838F43CE414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07" name="Google Shape;3462;p68">
              <a:extLst>
                <a:ext uri="{FF2B5EF4-FFF2-40B4-BE49-F238E27FC236}">
                  <a16:creationId xmlns:a16="http://schemas.microsoft.com/office/drawing/2014/main" id="{B4D6E805-982E-4B5D-8AB6-B73E7CB15B71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08" name="Google Shape;3463;p68">
              <a:extLst>
                <a:ext uri="{FF2B5EF4-FFF2-40B4-BE49-F238E27FC236}">
                  <a16:creationId xmlns:a16="http://schemas.microsoft.com/office/drawing/2014/main" id="{95BC68C7-1583-4C37-AB48-13835C5019FA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09" name="Google Shape;3464;p68">
              <a:extLst>
                <a:ext uri="{FF2B5EF4-FFF2-40B4-BE49-F238E27FC236}">
                  <a16:creationId xmlns:a16="http://schemas.microsoft.com/office/drawing/2014/main" id="{B1A1BDF6-4613-470A-BD02-65C62A58582D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10" name="Google Shape;3465;p68">
              <a:extLst>
                <a:ext uri="{FF2B5EF4-FFF2-40B4-BE49-F238E27FC236}">
                  <a16:creationId xmlns:a16="http://schemas.microsoft.com/office/drawing/2014/main" id="{9DD5D1AE-F1FE-46E2-9B03-973A2CC57E72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11" name="Google Shape;3466;p68">
              <a:extLst>
                <a:ext uri="{FF2B5EF4-FFF2-40B4-BE49-F238E27FC236}">
                  <a16:creationId xmlns:a16="http://schemas.microsoft.com/office/drawing/2014/main" id="{887C31CB-D2CE-430D-9F81-3C3C19832231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12" name="Google Shape;3467;p68">
              <a:extLst>
                <a:ext uri="{FF2B5EF4-FFF2-40B4-BE49-F238E27FC236}">
                  <a16:creationId xmlns:a16="http://schemas.microsoft.com/office/drawing/2014/main" id="{2B6070D0-6D7A-4DDF-B028-07683DBBB297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13" name="Google Shape;3468;p68">
              <a:extLst>
                <a:ext uri="{FF2B5EF4-FFF2-40B4-BE49-F238E27FC236}">
                  <a16:creationId xmlns:a16="http://schemas.microsoft.com/office/drawing/2014/main" id="{9131DE4B-C497-452D-84BC-C50B8964EECA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14" name="Google Shape;3469;p68">
              <a:extLst>
                <a:ext uri="{FF2B5EF4-FFF2-40B4-BE49-F238E27FC236}">
                  <a16:creationId xmlns:a16="http://schemas.microsoft.com/office/drawing/2014/main" id="{799C0785-A4BD-48FB-91A9-14E967D22FD9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15" name="Google Shape;3470;p68">
              <a:extLst>
                <a:ext uri="{FF2B5EF4-FFF2-40B4-BE49-F238E27FC236}">
                  <a16:creationId xmlns:a16="http://schemas.microsoft.com/office/drawing/2014/main" id="{3D49B812-97D2-4CC8-8077-C26AEEA1542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16" name="Google Shape;3471;p68">
              <a:extLst>
                <a:ext uri="{FF2B5EF4-FFF2-40B4-BE49-F238E27FC236}">
                  <a16:creationId xmlns:a16="http://schemas.microsoft.com/office/drawing/2014/main" id="{3DCE4DD8-E8CC-4723-8A38-BBD8DC6817F2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17" name="Google Shape;3472;p68">
              <a:extLst>
                <a:ext uri="{FF2B5EF4-FFF2-40B4-BE49-F238E27FC236}">
                  <a16:creationId xmlns:a16="http://schemas.microsoft.com/office/drawing/2014/main" id="{33B758CC-A4B1-4EF8-AB52-6C62CBF3B1EF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18" name="Google Shape;3473;p68">
              <a:extLst>
                <a:ext uri="{FF2B5EF4-FFF2-40B4-BE49-F238E27FC236}">
                  <a16:creationId xmlns:a16="http://schemas.microsoft.com/office/drawing/2014/main" id="{1F1EB06C-5261-45F6-96F5-D92EACF89AA9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19" name="Google Shape;3474;p68">
              <a:extLst>
                <a:ext uri="{FF2B5EF4-FFF2-40B4-BE49-F238E27FC236}">
                  <a16:creationId xmlns:a16="http://schemas.microsoft.com/office/drawing/2014/main" id="{CEB0AF2A-7A21-4068-88DC-FAC813B3267F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20" name="Google Shape;3475;p68">
              <a:extLst>
                <a:ext uri="{FF2B5EF4-FFF2-40B4-BE49-F238E27FC236}">
                  <a16:creationId xmlns:a16="http://schemas.microsoft.com/office/drawing/2014/main" id="{30636440-7769-457D-88AD-44535B66C375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21" name="Google Shape;3476;p68">
              <a:extLst>
                <a:ext uri="{FF2B5EF4-FFF2-40B4-BE49-F238E27FC236}">
                  <a16:creationId xmlns:a16="http://schemas.microsoft.com/office/drawing/2014/main" id="{54088D81-BFDF-4816-AF02-45ABB0C414CE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22" name="Google Shape;3477;p68">
              <a:extLst>
                <a:ext uri="{FF2B5EF4-FFF2-40B4-BE49-F238E27FC236}">
                  <a16:creationId xmlns:a16="http://schemas.microsoft.com/office/drawing/2014/main" id="{BF1C32D4-1325-468C-BA11-07C2AE346627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23" name="Google Shape;3478;p68">
              <a:extLst>
                <a:ext uri="{FF2B5EF4-FFF2-40B4-BE49-F238E27FC236}">
                  <a16:creationId xmlns:a16="http://schemas.microsoft.com/office/drawing/2014/main" id="{1D46D92D-2A9A-486A-A2A8-949FA4D504A3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24" name="Google Shape;3479;p68">
              <a:extLst>
                <a:ext uri="{FF2B5EF4-FFF2-40B4-BE49-F238E27FC236}">
                  <a16:creationId xmlns:a16="http://schemas.microsoft.com/office/drawing/2014/main" id="{DF9B4807-A867-48C7-81C6-C273FBF6CAB2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25" name="Google Shape;3480;p68">
              <a:extLst>
                <a:ext uri="{FF2B5EF4-FFF2-40B4-BE49-F238E27FC236}">
                  <a16:creationId xmlns:a16="http://schemas.microsoft.com/office/drawing/2014/main" id="{DD7E1043-8053-4823-BA92-FD353E11F9E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26" name="Google Shape;3481;p68">
              <a:extLst>
                <a:ext uri="{FF2B5EF4-FFF2-40B4-BE49-F238E27FC236}">
                  <a16:creationId xmlns:a16="http://schemas.microsoft.com/office/drawing/2014/main" id="{473522FC-E0F5-4B53-AFCD-9C6DBDD55373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27" name="Google Shape;3482;p68">
              <a:extLst>
                <a:ext uri="{FF2B5EF4-FFF2-40B4-BE49-F238E27FC236}">
                  <a16:creationId xmlns:a16="http://schemas.microsoft.com/office/drawing/2014/main" id="{CFD6546E-C96E-48F4-992B-AFB9B5B3F2C7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28" name="Google Shape;3483;p68">
              <a:extLst>
                <a:ext uri="{FF2B5EF4-FFF2-40B4-BE49-F238E27FC236}">
                  <a16:creationId xmlns:a16="http://schemas.microsoft.com/office/drawing/2014/main" id="{2011738E-4EDC-4CA1-B82A-4D60F237221D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29" name="Google Shape;3484;p68">
              <a:extLst>
                <a:ext uri="{FF2B5EF4-FFF2-40B4-BE49-F238E27FC236}">
                  <a16:creationId xmlns:a16="http://schemas.microsoft.com/office/drawing/2014/main" id="{63726FCD-10E8-4B90-AF6C-C8B308889AB1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30" name="Google Shape;3485;p68">
              <a:extLst>
                <a:ext uri="{FF2B5EF4-FFF2-40B4-BE49-F238E27FC236}">
                  <a16:creationId xmlns:a16="http://schemas.microsoft.com/office/drawing/2014/main" id="{5C4D8B27-E781-4683-B0A4-D32FE0710364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31" name="Google Shape;3486;p68">
              <a:extLst>
                <a:ext uri="{FF2B5EF4-FFF2-40B4-BE49-F238E27FC236}">
                  <a16:creationId xmlns:a16="http://schemas.microsoft.com/office/drawing/2014/main" id="{F5581DD9-A6AB-498B-829C-04AD23F16904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32" name="Google Shape;3487;p68">
              <a:extLst>
                <a:ext uri="{FF2B5EF4-FFF2-40B4-BE49-F238E27FC236}">
                  <a16:creationId xmlns:a16="http://schemas.microsoft.com/office/drawing/2014/main" id="{64E6ECC6-2B80-439F-9883-6073BFE93F65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33" name="Google Shape;3488;p68">
              <a:extLst>
                <a:ext uri="{FF2B5EF4-FFF2-40B4-BE49-F238E27FC236}">
                  <a16:creationId xmlns:a16="http://schemas.microsoft.com/office/drawing/2014/main" id="{7A56B0A6-7AB9-4BCA-9D4F-0B6F7CB5C279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34" name="Google Shape;3489;p68">
              <a:extLst>
                <a:ext uri="{FF2B5EF4-FFF2-40B4-BE49-F238E27FC236}">
                  <a16:creationId xmlns:a16="http://schemas.microsoft.com/office/drawing/2014/main" id="{4DE3AFDD-425A-42D1-8BF1-073A8B66B254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35" name="Google Shape;3490;p68">
              <a:extLst>
                <a:ext uri="{FF2B5EF4-FFF2-40B4-BE49-F238E27FC236}">
                  <a16:creationId xmlns:a16="http://schemas.microsoft.com/office/drawing/2014/main" id="{97DD3EA3-ACA2-4309-A887-391D04628D0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36" name="Google Shape;3491;p68">
              <a:extLst>
                <a:ext uri="{FF2B5EF4-FFF2-40B4-BE49-F238E27FC236}">
                  <a16:creationId xmlns:a16="http://schemas.microsoft.com/office/drawing/2014/main" id="{EB086673-EE0F-4025-ACBB-B22816EF4B9E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37" name="Google Shape;3492;p68">
              <a:extLst>
                <a:ext uri="{FF2B5EF4-FFF2-40B4-BE49-F238E27FC236}">
                  <a16:creationId xmlns:a16="http://schemas.microsoft.com/office/drawing/2014/main" id="{FF4BF326-D2FD-4583-9E0A-21CDD12173E5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38" name="Google Shape;3493;p68">
              <a:extLst>
                <a:ext uri="{FF2B5EF4-FFF2-40B4-BE49-F238E27FC236}">
                  <a16:creationId xmlns:a16="http://schemas.microsoft.com/office/drawing/2014/main" id="{CD32818B-9B19-4023-96A4-F74EC6C28903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39" name="Google Shape;3494;p68">
              <a:extLst>
                <a:ext uri="{FF2B5EF4-FFF2-40B4-BE49-F238E27FC236}">
                  <a16:creationId xmlns:a16="http://schemas.microsoft.com/office/drawing/2014/main" id="{3D9E7688-012D-460E-9DEC-AC1DC2B7A576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40" name="Google Shape;3495;p68">
              <a:extLst>
                <a:ext uri="{FF2B5EF4-FFF2-40B4-BE49-F238E27FC236}">
                  <a16:creationId xmlns:a16="http://schemas.microsoft.com/office/drawing/2014/main" id="{ECB52FAC-EAF9-4BFB-9FF4-E4674446017C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41" name="Google Shape;3496;p68">
              <a:extLst>
                <a:ext uri="{FF2B5EF4-FFF2-40B4-BE49-F238E27FC236}">
                  <a16:creationId xmlns:a16="http://schemas.microsoft.com/office/drawing/2014/main" id="{1921E9B9-7B6A-4DB6-B05A-80D69A630A8C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42" name="Google Shape;3497;p68">
              <a:extLst>
                <a:ext uri="{FF2B5EF4-FFF2-40B4-BE49-F238E27FC236}">
                  <a16:creationId xmlns:a16="http://schemas.microsoft.com/office/drawing/2014/main" id="{EEC3F7ED-F91C-4DE4-A573-380BE569AE7F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43" name="Google Shape;3498;p68">
              <a:extLst>
                <a:ext uri="{FF2B5EF4-FFF2-40B4-BE49-F238E27FC236}">
                  <a16:creationId xmlns:a16="http://schemas.microsoft.com/office/drawing/2014/main" id="{10788CB3-205D-4F21-89C1-54558041C421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44" name="Google Shape;3499;p68">
              <a:extLst>
                <a:ext uri="{FF2B5EF4-FFF2-40B4-BE49-F238E27FC236}">
                  <a16:creationId xmlns:a16="http://schemas.microsoft.com/office/drawing/2014/main" id="{64F8250D-6D66-4D4B-B1BB-7989C26AE9DA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45" name="Google Shape;3500;p68">
              <a:extLst>
                <a:ext uri="{FF2B5EF4-FFF2-40B4-BE49-F238E27FC236}">
                  <a16:creationId xmlns:a16="http://schemas.microsoft.com/office/drawing/2014/main" id="{6EDF54DA-9050-40AE-9261-D3E6DA5C148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46" name="Google Shape;3501;p68">
              <a:extLst>
                <a:ext uri="{FF2B5EF4-FFF2-40B4-BE49-F238E27FC236}">
                  <a16:creationId xmlns:a16="http://schemas.microsoft.com/office/drawing/2014/main" id="{247D41B7-657F-43B3-9648-FECC837353F6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47" name="Google Shape;3502;p68">
              <a:extLst>
                <a:ext uri="{FF2B5EF4-FFF2-40B4-BE49-F238E27FC236}">
                  <a16:creationId xmlns:a16="http://schemas.microsoft.com/office/drawing/2014/main" id="{585819A2-3C4A-4A31-B430-813BE70F9F9C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48" name="Google Shape;3503;p68">
              <a:extLst>
                <a:ext uri="{FF2B5EF4-FFF2-40B4-BE49-F238E27FC236}">
                  <a16:creationId xmlns:a16="http://schemas.microsoft.com/office/drawing/2014/main" id="{44B42D70-7898-4CD8-A644-B14D05A394A6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49" name="Google Shape;3504;p68">
              <a:extLst>
                <a:ext uri="{FF2B5EF4-FFF2-40B4-BE49-F238E27FC236}">
                  <a16:creationId xmlns:a16="http://schemas.microsoft.com/office/drawing/2014/main" id="{25F8B883-8150-455F-9CBD-693C043285B9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50" name="Google Shape;3505;p68">
              <a:extLst>
                <a:ext uri="{FF2B5EF4-FFF2-40B4-BE49-F238E27FC236}">
                  <a16:creationId xmlns:a16="http://schemas.microsoft.com/office/drawing/2014/main" id="{9EAEB3B1-0B72-44EF-A063-1C99CF8BC344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51" name="Google Shape;3506;p68">
              <a:extLst>
                <a:ext uri="{FF2B5EF4-FFF2-40B4-BE49-F238E27FC236}">
                  <a16:creationId xmlns:a16="http://schemas.microsoft.com/office/drawing/2014/main" id="{7B9E04C3-8768-457E-9D74-9D8C11DDCC55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52" name="Google Shape;3507;p68">
              <a:extLst>
                <a:ext uri="{FF2B5EF4-FFF2-40B4-BE49-F238E27FC236}">
                  <a16:creationId xmlns:a16="http://schemas.microsoft.com/office/drawing/2014/main" id="{149EE636-F4DF-41B2-A537-2326B2E5CD1F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53" name="Google Shape;3508;p68">
              <a:extLst>
                <a:ext uri="{FF2B5EF4-FFF2-40B4-BE49-F238E27FC236}">
                  <a16:creationId xmlns:a16="http://schemas.microsoft.com/office/drawing/2014/main" id="{AC8B16DF-1374-4B59-ACBF-9B53FD10E0F1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54" name="Google Shape;3509;p68">
              <a:extLst>
                <a:ext uri="{FF2B5EF4-FFF2-40B4-BE49-F238E27FC236}">
                  <a16:creationId xmlns:a16="http://schemas.microsoft.com/office/drawing/2014/main" id="{7995F553-C6FC-4CB7-9142-763FEA882FD4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55" name="Google Shape;3510;p68">
              <a:extLst>
                <a:ext uri="{FF2B5EF4-FFF2-40B4-BE49-F238E27FC236}">
                  <a16:creationId xmlns:a16="http://schemas.microsoft.com/office/drawing/2014/main" id="{FAAE461C-1638-40A3-BA23-E81A4AC28D8E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56" name="Google Shape;3511;p68">
              <a:extLst>
                <a:ext uri="{FF2B5EF4-FFF2-40B4-BE49-F238E27FC236}">
                  <a16:creationId xmlns:a16="http://schemas.microsoft.com/office/drawing/2014/main" id="{7ED5568D-6834-4794-8AA3-1C23B317546A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57" name="Google Shape;3512;p68">
              <a:extLst>
                <a:ext uri="{FF2B5EF4-FFF2-40B4-BE49-F238E27FC236}">
                  <a16:creationId xmlns:a16="http://schemas.microsoft.com/office/drawing/2014/main" id="{18C46D18-12F5-4B01-AF32-1CE830369EB9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58" name="Google Shape;3513;p68">
              <a:extLst>
                <a:ext uri="{FF2B5EF4-FFF2-40B4-BE49-F238E27FC236}">
                  <a16:creationId xmlns:a16="http://schemas.microsoft.com/office/drawing/2014/main" id="{0F375304-A70F-47D6-BE84-38B1AA2F88C5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59" name="Google Shape;3514;p68">
              <a:extLst>
                <a:ext uri="{FF2B5EF4-FFF2-40B4-BE49-F238E27FC236}">
                  <a16:creationId xmlns:a16="http://schemas.microsoft.com/office/drawing/2014/main" id="{753ABA75-0079-456B-983D-C2DF1915E5B5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60" name="Google Shape;3515;p68">
              <a:extLst>
                <a:ext uri="{FF2B5EF4-FFF2-40B4-BE49-F238E27FC236}">
                  <a16:creationId xmlns:a16="http://schemas.microsoft.com/office/drawing/2014/main" id="{F788BE8E-475C-4E52-8900-F7F04B19177A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61" name="Google Shape;3516;p68">
              <a:extLst>
                <a:ext uri="{FF2B5EF4-FFF2-40B4-BE49-F238E27FC236}">
                  <a16:creationId xmlns:a16="http://schemas.microsoft.com/office/drawing/2014/main" id="{E898889A-DE47-4815-B904-68B11EC8EC52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62" name="Google Shape;3517;p68">
              <a:extLst>
                <a:ext uri="{FF2B5EF4-FFF2-40B4-BE49-F238E27FC236}">
                  <a16:creationId xmlns:a16="http://schemas.microsoft.com/office/drawing/2014/main" id="{C7EA0419-BB1D-46B1-AA7C-CC602F772934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63" name="Google Shape;3518;p68">
              <a:extLst>
                <a:ext uri="{FF2B5EF4-FFF2-40B4-BE49-F238E27FC236}">
                  <a16:creationId xmlns:a16="http://schemas.microsoft.com/office/drawing/2014/main" id="{8E67B59F-F791-4C30-9918-9E375DD2B838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64" name="Google Shape;3519;p68">
              <a:extLst>
                <a:ext uri="{FF2B5EF4-FFF2-40B4-BE49-F238E27FC236}">
                  <a16:creationId xmlns:a16="http://schemas.microsoft.com/office/drawing/2014/main" id="{E744D7B5-6FF1-4902-8E69-1A6679F7121F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65" name="Google Shape;3520;p68">
              <a:extLst>
                <a:ext uri="{FF2B5EF4-FFF2-40B4-BE49-F238E27FC236}">
                  <a16:creationId xmlns:a16="http://schemas.microsoft.com/office/drawing/2014/main" id="{A960F245-77EA-4E7D-A989-2971CF061978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  <p:sp>
          <p:nvSpPr>
            <p:cNvPr id="3966" name="Google Shape;3521;p68">
              <a:extLst>
                <a:ext uri="{FF2B5EF4-FFF2-40B4-BE49-F238E27FC236}">
                  <a16:creationId xmlns:a16="http://schemas.microsoft.com/office/drawing/2014/main" id="{8F12FEB0-31FE-4BD3-9DCD-D28AE91E80E9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rgbClr val="7994A9"/>
            </a:solidFill>
            <a:ln>
              <a:noFill/>
            </a:ln>
          </p:spPr>
          <p:txBody>
            <a:bodyPr spcFirstLastPara="1" wrap="square" lIns="91426" tIns="91426" rIns="91426" bIns="91426" anchor="ctr" anchorCtr="0">
              <a:noAutofit/>
            </a:bodyPr>
            <a:lstStyle/>
            <a:p>
              <a:endParaRPr sz="1801"/>
            </a:p>
          </p:txBody>
        </p:sp>
      </p:grpSp>
      <p:sp>
        <p:nvSpPr>
          <p:cNvPr id="1580" name="Título 1">
            <a:extLst>
              <a:ext uri="{FF2B5EF4-FFF2-40B4-BE49-F238E27FC236}">
                <a16:creationId xmlns:a16="http://schemas.microsoft.com/office/drawing/2014/main" id="{E221EB8C-77F4-4184-A8B1-B19E9B1B2AA5}"/>
              </a:ext>
            </a:extLst>
          </p:cNvPr>
          <p:cNvSpPr txBox="1">
            <a:spLocks/>
          </p:cNvSpPr>
          <p:nvPr/>
        </p:nvSpPr>
        <p:spPr>
          <a:xfrm>
            <a:off x="2354190" y="10440"/>
            <a:ext cx="7920000" cy="1080000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NOSSA ESTRUTURA</a:t>
            </a:r>
          </a:p>
        </p:txBody>
      </p:sp>
      <p:cxnSp>
        <p:nvCxnSpPr>
          <p:cNvPr id="1581" name="Conector reto 1580">
            <a:extLst>
              <a:ext uri="{FF2B5EF4-FFF2-40B4-BE49-F238E27FC236}">
                <a16:creationId xmlns:a16="http://schemas.microsoft.com/office/drawing/2014/main" id="{227F936B-58A3-4574-93FB-EC4EDDD16BCA}"/>
              </a:ext>
            </a:extLst>
          </p:cNvPr>
          <p:cNvCxnSpPr>
            <a:cxnSpLocks/>
          </p:cNvCxnSpPr>
          <p:nvPr/>
        </p:nvCxnSpPr>
        <p:spPr>
          <a:xfrm>
            <a:off x="2486526" y="978568"/>
            <a:ext cx="1941095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2" name="Conector reto 1581">
            <a:extLst>
              <a:ext uri="{FF2B5EF4-FFF2-40B4-BE49-F238E27FC236}">
                <a16:creationId xmlns:a16="http://schemas.microsoft.com/office/drawing/2014/main" id="{7011DB95-1C58-4FFA-BD13-431FA7D650A2}"/>
              </a:ext>
            </a:extLst>
          </p:cNvPr>
          <p:cNvCxnSpPr>
            <a:cxnSpLocks/>
          </p:cNvCxnSpPr>
          <p:nvPr/>
        </p:nvCxnSpPr>
        <p:spPr>
          <a:xfrm>
            <a:off x="4491338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4" name="Conector reto 1583">
            <a:extLst>
              <a:ext uri="{FF2B5EF4-FFF2-40B4-BE49-F238E27FC236}">
                <a16:creationId xmlns:a16="http://schemas.microsoft.com/office/drawing/2014/main" id="{E67B8B2B-4B2D-4A98-943F-54882E41A98C}"/>
              </a:ext>
            </a:extLst>
          </p:cNvPr>
          <p:cNvCxnSpPr>
            <a:cxnSpLocks/>
          </p:cNvCxnSpPr>
          <p:nvPr/>
        </p:nvCxnSpPr>
        <p:spPr>
          <a:xfrm>
            <a:off x="4793265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674" name="Picture 2" descr="Apartamentos novos de 2 dorms na praia grande sp">
            <a:extLst>
              <a:ext uri="{FF2B5EF4-FFF2-40B4-BE49-F238E27FC236}">
                <a16:creationId xmlns:a16="http://schemas.microsoft.com/office/drawing/2014/main" id="{23151377-292B-40AD-B49D-5E604881C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4409" y="1262418"/>
            <a:ext cx="3972113" cy="397211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2" name="Elipse 1">
            <a:extLst>
              <a:ext uri="{FF2B5EF4-FFF2-40B4-BE49-F238E27FC236}">
                <a16:creationId xmlns:a16="http://schemas.microsoft.com/office/drawing/2014/main" id="{5BB24525-FAEC-4141-A894-37183FF647ED}"/>
              </a:ext>
            </a:extLst>
          </p:cNvPr>
          <p:cNvSpPr/>
          <p:nvPr/>
        </p:nvSpPr>
        <p:spPr>
          <a:xfrm>
            <a:off x="3162300" y="6041676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BBCBAD5-D476-DEEF-735C-ECDC0CD497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15719" y="5786044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696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A807CE6B-CE9E-FEBC-9C56-43169BE92B08}"/>
              </a:ext>
            </a:extLst>
          </p:cNvPr>
          <p:cNvSpPr txBox="1"/>
          <p:nvPr/>
        </p:nvSpPr>
        <p:spPr>
          <a:xfrm>
            <a:off x="963986" y="1493473"/>
            <a:ext cx="4471614" cy="5080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ambiente interno da MCI foi cuidadosamente planejado para refletir nossos valores de excelência, conforto e dedicação ao aluno. Cada detalhe desde o mobiliário funcional até a decoração personalizada contribui para uma atmosfera que inspira confiança, tranquilidade e foco.</a:t>
            </a:r>
          </a:p>
          <a:p>
            <a:pPr algn="just"/>
            <a:endParaRPr lang="pt-BR" sz="1801" dirty="0">
              <a:solidFill>
                <a:srgbClr val="52525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/>
            <a:r>
              <a:rPr lang="pt-BR" sz="1801" dirty="0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sala é totalmente climatizada e organizada para promover produtividade, bem-estar e acolhimento, criando o cenário ideal para quem busca não apenas aprender, mas evoluir. A proposta é ir além de uma simples sala de aula: oferecemos um espaço onde o aluno se sente motivado, respeitado e parte de uma jornada de transformação.</a:t>
            </a:r>
          </a:p>
        </p:txBody>
      </p:sp>
      <p:sp>
        <p:nvSpPr>
          <p:cNvPr id="1580" name="Título 1">
            <a:extLst>
              <a:ext uri="{FF2B5EF4-FFF2-40B4-BE49-F238E27FC236}">
                <a16:creationId xmlns:a16="http://schemas.microsoft.com/office/drawing/2014/main" id="{E221EB8C-77F4-4184-A8B1-B19E9B1B2AA5}"/>
              </a:ext>
            </a:extLst>
          </p:cNvPr>
          <p:cNvSpPr txBox="1">
            <a:spLocks/>
          </p:cNvSpPr>
          <p:nvPr/>
        </p:nvSpPr>
        <p:spPr>
          <a:xfrm>
            <a:off x="2354190" y="10440"/>
            <a:ext cx="7920000" cy="1080000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NOSSA ESTRUTURA</a:t>
            </a:r>
          </a:p>
        </p:txBody>
      </p:sp>
      <p:cxnSp>
        <p:nvCxnSpPr>
          <p:cNvPr id="1581" name="Conector reto 1580">
            <a:extLst>
              <a:ext uri="{FF2B5EF4-FFF2-40B4-BE49-F238E27FC236}">
                <a16:creationId xmlns:a16="http://schemas.microsoft.com/office/drawing/2014/main" id="{227F936B-58A3-4574-93FB-EC4EDDD16BCA}"/>
              </a:ext>
            </a:extLst>
          </p:cNvPr>
          <p:cNvCxnSpPr>
            <a:cxnSpLocks/>
          </p:cNvCxnSpPr>
          <p:nvPr/>
        </p:nvCxnSpPr>
        <p:spPr>
          <a:xfrm>
            <a:off x="2486526" y="978568"/>
            <a:ext cx="1941095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2" name="Conector reto 1581">
            <a:extLst>
              <a:ext uri="{FF2B5EF4-FFF2-40B4-BE49-F238E27FC236}">
                <a16:creationId xmlns:a16="http://schemas.microsoft.com/office/drawing/2014/main" id="{7011DB95-1C58-4FFA-BD13-431FA7D650A2}"/>
              </a:ext>
            </a:extLst>
          </p:cNvPr>
          <p:cNvCxnSpPr>
            <a:cxnSpLocks/>
          </p:cNvCxnSpPr>
          <p:nvPr/>
        </p:nvCxnSpPr>
        <p:spPr>
          <a:xfrm>
            <a:off x="4491338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4" name="Conector reto 1583">
            <a:extLst>
              <a:ext uri="{FF2B5EF4-FFF2-40B4-BE49-F238E27FC236}">
                <a16:creationId xmlns:a16="http://schemas.microsoft.com/office/drawing/2014/main" id="{E67B8B2B-4B2D-4A98-943F-54882E41A98C}"/>
              </a:ext>
            </a:extLst>
          </p:cNvPr>
          <p:cNvCxnSpPr>
            <a:cxnSpLocks/>
          </p:cNvCxnSpPr>
          <p:nvPr/>
        </p:nvCxnSpPr>
        <p:spPr>
          <a:xfrm>
            <a:off x="4793265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674" name="Picture 2">
            <a:extLst>
              <a:ext uri="{FF2B5EF4-FFF2-40B4-BE49-F238E27FC236}">
                <a16:creationId xmlns:a16="http://schemas.microsoft.com/office/drawing/2014/main" id="{23151377-292B-40AD-B49D-5E604881C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793265" y="1771875"/>
            <a:ext cx="6913631" cy="362101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5043838-E05F-F55E-626A-F7468951F0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15719" y="5786044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501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m 41">
            <a:extLst>
              <a:ext uri="{FF2B5EF4-FFF2-40B4-BE49-F238E27FC236}">
                <a16:creationId xmlns:a16="http://schemas.microsoft.com/office/drawing/2014/main" id="{C47DE539-793C-4BE5-BB58-2DCF9A3C86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12192000" cy="6858000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0" y="2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9906000" y="0"/>
                </a:moveTo>
                <a:lnTo>
                  <a:pt x="0" y="0"/>
                </a:lnTo>
                <a:lnTo>
                  <a:pt x="0" y="6858000"/>
                </a:lnTo>
                <a:lnTo>
                  <a:pt x="9906000" y="6858000"/>
                </a:lnTo>
                <a:lnTo>
                  <a:pt x="9906000" y="0"/>
                </a:lnTo>
                <a:close/>
              </a:path>
            </a:pathLst>
          </a:custGeom>
          <a:solidFill>
            <a:srgbClr val="000000">
              <a:alpha val="89804"/>
            </a:srgbClr>
          </a:solidFill>
        </p:spPr>
        <p:txBody>
          <a:bodyPr wrap="square" lIns="0" tIns="0" rIns="0" bIns="0" rtlCol="0"/>
          <a:lstStyle/>
          <a:p>
            <a:endParaRPr sz="1801" dirty="0"/>
          </a:p>
        </p:txBody>
      </p:sp>
      <p:sp>
        <p:nvSpPr>
          <p:cNvPr id="3" name="object 3"/>
          <p:cNvSpPr/>
          <p:nvPr/>
        </p:nvSpPr>
        <p:spPr>
          <a:xfrm>
            <a:off x="1786890" y="3134272"/>
            <a:ext cx="45719" cy="619760"/>
          </a:xfrm>
          <a:custGeom>
            <a:avLst/>
            <a:gdLst/>
            <a:ahLst/>
            <a:cxnLst/>
            <a:rect l="l" t="t" r="r" b="b"/>
            <a:pathLst>
              <a:path h="619760">
                <a:moveTo>
                  <a:pt x="0" y="0"/>
                </a:moveTo>
                <a:lnTo>
                  <a:pt x="0" y="619506"/>
                </a:lnTo>
              </a:path>
            </a:pathLst>
          </a:custGeom>
          <a:ln w="2895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1"/>
          </a:p>
        </p:txBody>
      </p:sp>
      <p:sp>
        <p:nvSpPr>
          <p:cNvPr id="4" name="object 4"/>
          <p:cNvSpPr txBox="1"/>
          <p:nvPr/>
        </p:nvSpPr>
        <p:spPr>
          <a:xfrm>
            <a:off x="2048662" y="3204599"/>
            <a:ext cx="4242956" cy="47910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defPPr>
              <a:defRPr lang="en-US"/>
            </a:defPPr>
            <a:lvl1pPr marL="12700">
              <a:spcBef>
                <a:spcPts val="135"/>
              </a:spcBef>
              <a:defRPr sz="3000" spc="90">
                <a:solidFill>
                  <a:srgbClr val="FFFFFF"/>
                </a:solidFill>
                <a:latin typeface="Segoe UI"/>
                <a:cs typeface="Segoe UI"/>
              </a:defRPr>
            </a:lvl1pPr>
          </a:lstStyle>
          <a:p>
            <a:r>
              <a:rPr lang="pt-BR" sz="3001" dirty="0"/>
              <a:t>PARCERIA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D31CD05-9DB5-9BDC-5080-A45F26929D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15719" y="5786044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5355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32F4ABF0-3BD1-4B86-AEB9-DBCFD1E94A0B}"/>
              </a:ext>
            </a:extLst>
          </p:cNvPr>
          <p:cNvCxnSpPr>
            <a:cxnSpLocks/>
          </p:cNvCxnSpPr>
          <p:nvPr/>
        </p:nvCxnSpPr>
        <p:spPr>
          <a:xfrm>
            <a:off x="2486526" y="978568"/>
            <a:ext cx="1941095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92BFB6F0-9A49-4CA5-BB4B-68204A5D6C46}"/>
              </a:ext>
            </a:extLst>
          </p:cNvPr>
          <p:cNvCxnSpPr>
            <a:cxnSpLocks/>
          </p:cNvCxnSpPr>
          <p:nvPr/>
        </p:nvCxnSpPr>
        <p:spPr>
          <a:xfrm>
            <a:off x="4491338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229B305-A385-4BA4-A695-34E3ACE85DEB}"/>
              </a:ext>
            </a:extLst>
          </p:cNvPr>
          <p:cNvCxnSpPr>
            <a:cxnSpLocks/>
          </p:cNvCxnSpPr>
          <p:nvPr/>
        </p:nvCxnSpPr>
        <p:spPr>
          <a:xfrm>
            <a:off x="4793265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B1C954FB-B080-4BD0-832B-614F997F0C5C}"/>
              </a:ext>
            </a:extLst>
          </p:cNvPr>
          <p:cNvSpPr txBox="1"/>
          <p:nvPr/>
        </p:nvSpPr>
        <p:spPr>
          <a:xfrm>
            <a:off x="2276289" y="1458403"/>
            <a:ext cx="763942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801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just"/>
            <a:r>
              <a:rPr lang="pt-BR" sz="1200" b="1" dirty="0">
                <a:solidFill>
                  <a:srgbClr val="0070C0"/>
                </a:solidFill>
              </a:rPr>
              <a:t>1. Aumento de Vendas com Valor Agregado</a:t>
            </a:r>
          </a:p>
          <a:p>
            <a:pPr algn="just"/>
            <a:r>
              <a:rPr lang="pt-BR" sz="1200" dirty="0"/>
              <a:t>Oferecemos um curso gratuito de finanças e investimentos como bônus para alunos que adquirirem cursos da escola. Isso agrega valor à oferta da instituição, aumenta a taxa de conversão e fortalece a percepção de qualidade. A MCI Educa recebe uma comissão de 10% por aluno participante.</a:t>
            </a:r>
          </a:p>
          <a:p>
            <a:pPr algn="just"/>
            <a:endParaRPr lang="pt-BR" sz="1200" dirty="0"/>
          </a:p>
          <a:p>
            <a:pPr algn="just"/>
            <a:r>
              <a:rPr lang="pt-BR" sz="1200" b="1" dirty="0">
                <a:solidFill>
                  <a:srgbClr val="0070C0"/>
                </a:solidFill>
              </a:rPr>
              <a:t>2. Venda Direta dos Cursos MCI Educa</a:t>
            </a:r>
          </a:p>
          <a:p>
            <a:pPr algn="just"/>
            <a:r>
              <a:rPr lang="pt-BR" sz="1200" dirty="0"/>
              <a:t>A escola poderá comercializar nossos cursos presenciais e online diretamente aos seus alunos. Os lucros serão divididos entre as partes, garantindo retorno financeiro e ampliação da oferta educacional.</a:t>
            </a:r>
          </a:p>
          <a:p>
            <a:pPr algn="just"/>
            <a:endParaRPr lang="pt-BR" sz="1200" dirty="0"/>
          </a:p>
          <a:p>
            <a:pPr algn="just"/>
            <a:r>
              <a:rPr lang="pt-BR" sz="1200" b="1" dirty="0">
                <a:solidFill>
                  <a:srgbClr val="0070C0"/>
                </a:solidFill>
              </a:rPr>
              <a:t>3. Inclusão na Grade Curricular</a:t>
            </a:r>
          </a:p>
          <a:p>
            <a:pPr algn="just"/>
            <a:r>
              <a:rPr lang="pt-BR" sz="1200" dirty="0"/>
              <a:t>Propomos a inclusão de nossos cursos como parte da grade curricular da instituição, oferecendo aos alunos uma formação complementar em educação financeira e investimentos, com certificação reconhecida e conteúdo atualizado.</a:t>
            </a:r>
          </a:p>
          <a:p>
            <a:pPr algn="just"/>
            <a:endParaRPr lang="pt-BR" sz="1200" dirty="0"/>
          </a:p>
          <a:p>
            <a:pPr algn="just"/>
            <a:r>
              <a:rPr lang="pt-BR" sz="1200" b="1" dirty="0">
                <a:solidFill>
                  <a:srgbClr val="0070C0"/>
                </a:solidFill>
              </a:rPr>
              <a:t>Benefícios para a Instituição</a:t>
            </a:r>
          </a:p>
          <a:p>
            <a:pPr algn="just"/>
            <a:r>
              <a:rPr lang="pt-BR" sz="1200" dirty="0"/>
              <a:t>- Diferenciação no mercado educacional</a:t>
            </a:r>
          </a:p>
          <a:p>
            <a:pPr algn="just"/>
            <a:r>
              <a:rPr lang="pt-BR" sz="1200" dirty="0"/>
              <a:t>- Aumento da atratividade dos cursos oferecidos</a:t>
            </a:r>
          </a:p>
          <a:p>
            <a:pPr algn="just"/>
            <a:r>
              <a:rPr lang="pt-BR" sz="1200" dirty="0"/>
              <a:t>- Geração de receita adicional</a:t>
            </a:r>
          </a:p>
          <a:p>
            <a:pPr algn="just"/>
            <a:r>
              <a:rPr lang="pt-BR" sz="1200" dirty="0"/>
              <a:t>- Fortalecimento da formação dos alunos com conteúdo prático e atual</a:t>
            </a:r>
          </a:p>
          <a:p>
            <a:pPr algn="just"/>
            <a:r>
              <a:rPr lang="pt-BR" sz="1200" dirty="0"/>
              <a:t>- Parceria com empresa atuante no mercado financeiro real, com mesa proprietária e centro operacional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64A6A0F-CEB1-4BD3-980F-34D65C8140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7214" y="6296967"/>
            <a:ext cx="1992916" cy="441409"/>
          </a:xfrm>
          <a:prstGeom prst="rect">
            <a:avLst/>
          </a:prstGeom>
        </p:spPr>
      </p:pic>
      <p:sp>
        <p:nvSpPr>
          <p:cNvPr id="14" name="Título 1">
            <a:extLst>
              <a:ext uri="{FF2B5EF4-FFF2-40B4-BE49-F238E27FC236}">
                <a16:creationId xmlns:a16="http://schemas.microsoft.com/office/drawing/2014/main" id="{E8C9A2D8-AB48-4643-9370-FE4817ACA02E}"/>
              </a:ext>
            </a:extLst>
          </p:cNvPr>
          <p:cNvSpPr txBox="1">
            <a:spLocks/>
          </p:cNvSpPr>
          <p:nvPr/>
        </p:nvSpPr>
        <p:spPr>
          <a:xfrm>
            <a:off x="2354191" y="10440"/>
            <a:ext cx="8233598" cy="1080000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PROPOSTA COLABORATIVA</a:t>
            </a:r>
          </a:p>
        </p:txBody>
      </p:sp>
    </p:spTree>
    <p:extLst>
      <p:ext uri="{BB962C8B-B14F-4D97-AF65-F5344CB8AC3E}">
        <p14:creationId xmlns:p14="http://schemas.microsoft.com/office/powerpoint/2010/main" val="30828411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9F5D5DE0-4B90-4094-B31C-A39192759037}"/>
              </a:ext>
            </a:extLst>
          </p:cNvPr>
          <p:cNvSpPr txBox="1">
            <a:spLocks/>
          </p:cNvSpPr>
          <p:nvPr/>
        </p:nvSpPr>
        <p:spPr>
          <a:xfrm>
            <a:off x="2354191" y="10440"/>
            <a:ext cx="8233598" cy="1080000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PARCERIA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32F4ABF0-3BD1-4B86-AEB9-DBCFD1E94A0B}"/>
              </a:ext>
            </a:extLst>
          </p:cNvPr>
          <p:cNvCxnSpPr>
            <a:cxnSpLocks/>
          </p:cNvCxnSpPr>
          <p:nvPr/>
        </p:nvCxnSpPr>
        <p:spPr>
          <a:xfrm>
            <a:off x="2486526" y="978568"/>
            <a:ext cx="1941095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92BFB6F0-9A49-4CA5-BB4B-68204A5D6C46}"/>
              </a:ext>
            </a:extLst>
          </p:cNvPr>
          <p:cNvCxnSpPr>
            <a:cxnSpLocks/>
          </p:cNvCxnSpPr>
          <p:nvPr/>
        </p:nvCxnSpPr>
        <p:spPr>
          <a:xfrm>
            <a:off x="4491338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229B305-A385-4BA4-A695-34E3ACE85DEB}"/>
              </a:ext>
            </a:extLst>
          </p:cNvPr>
          <p:cNvCxnSpPr>
            <a:cxnSpLocks/>
          </p:cNvCxnSpPr>
          <p:nvPr/>
        </p:nvCxnSpPr>
        <p:spPr>
          <a:xfrm>
            <a:off x="4793265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B1C954FB-B080-4BD0-832B-614F997F0C5C}"/>
              </a:ext>
            </a:extLst>
          </p:cNvPr>
          <p:cNvSpPr txBox="1"/>
          <p:nvPr/>
        </p:nvSpPr>
        <p:spPr>
          <a:xfrm>
            <a:off x="2276289" y="1458403"/>
            <a:ext cx="7639421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801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just"/>
            <a:r>
              <a:rPr lang="pt-BR" sz="1400" b="1" dirty="0">
                <a:solidFill>
                  <a:srgbClr val="0070C0"/>
                </a:solidFill>
              </a:rPr>
              <a:t>Modelos de Parceria Possíveis</a:t>
            </a:r>
          </a:p>
          <a:p>
            <a:pPr algn="just"/>
            <a:endParaRPr lang="pt-BR" sz="1200" b="1" dirty="0">
              <a:solidFill>
                <a:srgbClr val="0070C0"/>
              </a:solidFill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200" b="1" dirty="0"/>
              <a:t>Turmas Internas local da escola </a:t>
            </a:r>
          </a:p>
          <a:p>
            <a:pPr algn="just"/>
            <a:r>
              <a:rPr lang="pt-BR" sz="1200" dirty="0"/>
              <a:t>Cursos aplicados dentro da escola, com aulas presenciais em horários combinados</a:t>
            </a:r>
          </a:p>
          <a:p>
            <a:pPr algn="just"/>
            <a:endParaRPr lang="pt-BR" sz="12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200" b="1" dirty="0"/>
              <a:t>Turmas Externas local Trade em Foco </a:t>
            </a:r>
          </a:p>
          <a:p>
            <a:pPr algn="just"/>
            <a:r>
              <a:rPr lang="pt-BR" sz="1200" dirty="0"/>
              <a:t>Cursos aplicados fora da escola, com aulas presenciais em horários combinados</a:t>
            </a:r>
          </a:p>
          <a:p>
            <a:pPr algn="just"/>
            <a:endParaRPr lang="pt-BR" sz="12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200" b="1" dirty="0"/>
              <a:t>Vouchers de Desconto</a:t>
            </a:r>
          </a:p>
          <a:p>
            <a:pPr algn="just"/>
            <a:r>
              <a:rPr lang="pt-BR" sz="1200" dirty="0"/>
              <a:t>Alunos recebem cupons promocionais exclusivos para cursos Trade em Foco</a:t>
            </a:r>
          </a:p>
          <a:p>
            <a:pPr algn="just"/>
            <a:endParaRPr lang="pt-BR" sz="12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200" b="1" dirty="0"/>
              <a:t>Eventos Conjuntos</a:t>
            </a:r>
          </a:p>
          <a:p>
            <a:pPr algn="just"/>
            <a:r>
              <a:rPr lang="pt-BR" sz="1200" dirty="0"/>
              <a:t>Palestras, semanas financeiras e workshops integrados ao calendário escolar</a:t>
            </a:r>
          </a:p>
          <a:p>
            <a:pPr algn="just"/>
            <a:endParaRPr lang="pt-BR" sz="12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200" b="1" dirty="0"/>
              <a:t>Projeto de Extensão</a:t>
            </a:r>
          </a:p>
          <a:p>
            <a:pPr algn="just"/>
            <a:r>
              <a:rPr lang="pt-BR" sz="1200" dirty="0"/>
              <a:t>Inclusão dos cursos como módulo complementar no currículo escolar</a:t>
            </a:r>
          </a:p>
          <a:p>
            <a:pPr algn="just"/>
            <a:endParaRPr lang="pt-BR" sz="12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200" b="1" dirty="0"/>
              <a:t>Parceria Comercial </a:t>
            </a:r>
          </a:p>
          <a:p>
            <a:pPr algn="just"/>
            <a:r>
              <a:rPr lang="pt-BR" sz="1200" dirty="0"/>
              <a:t>Reversão de percentual sobre vendas realizadas via indicações da escola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64A6A0F-CEB1-4BD3-980F-34D65C8140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7214" y="6296967"/>
            <a:ext cx="1992916" cy="44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6585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9F5D5DE0-4B90-4094-B31C-A39192759037}"/>
              </a:ext>
            </a:extLst>
          </p:cNvPr>
          <p:cNvSpPr txBox="1">
            <a:spLocks/>
          </p:cNvSpPr>
          <p:nvPr/>
        </p:nvSpPr>
        <p:spPr>
          <a:xfrm>
            <a:off x="2354191" y="10440"/>
            <a:ext cx="8233598" cy="1080000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PARCERIA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32F4ABF0-3BD1-4B86-AEB9-DBCFD1E94A0B}"/>
              </a:ext>
            </a:extLst>
          </p:cNvPr>
          <p:cNvCxnSpPr>
            <a:cxnSpLocks/>
          </p:cNvCxnSpPr>
          <p:nvPr/>
        </p:nvCxnSpPr>
        <p:spPr>
          <a:xfrm>
            <a:off x="2486526" y="978568"/>
            <a:ext cx="1941095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92BFB6F0-9A49-4CA5-BB4B-68204A5D6C46}"/>
              </a:ext>
            </a:extLst>
          </p:cNvPr>
          <p:cNvCxnSpPr>
            <a:cxnSpLocks/>
          </p:cNvCxnSpPr>
          <p:nvPr/>
        </p:nvCxnSpPr>
        <p:spPr>
          <a:xfrm>
            <a:off x="4491338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229B305-A385-4BA4-A695-34E3ACE85DEB}"/>
              </a:ext>
            </a:extLst>
          </p:cNvPr>
          <p:cNvCxnSpPr>
            <a:cxnSpLocks/>
          </p:cNvCxnSpPr>
          <p:nvPr/>
        </p:nvCxnSpPr>
        <p:spPr>
          <a:xfrm>
            <a:off x="4793265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B1C954FB-B080-4BD0-832B-614F997F0C5C}"/>
              </a:ext>
            </a:extLst>
          </p:cNvPr>
          <p:cNvSpPr txBox="1"/>
          <p:nvPr/>
        </p:nvSpPr>
        <p:spPr>
          <a:xfrm>
            <a:off x="2276289" y="1458403"/>
            <a:ext cx="763942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801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just"/>
            <a:r>
              <a:rPr lang="pt-BR" sz="1200" dirty="0"/>
              <a:t>A MCI é especializada em treinamentos práticos e estratégicos voltados para Educação Financeira e Mercado de Capitais. Nosso objetivo é formar alunos preparados para lidar com o dinheiro de forma inteligente, investir com consciência e construir autonomia financeira.</a:t>
            </a:r>
          </a:p>
          <a:p>
            <a:pPr algn="just"/>
            <a:endParaRPr lang="pt-BR" sz="1200" dirty="0"/>
          </a:p>
          <a:p>
            <a:pPr algn="just"/>
            <a:r>
              <a:rPr lang="pt-BR" sz="1200" dirty="0"/>
              <a:t>Ao unir forças com instituições de ensino profissionalizante como a </a:t>
            </a:r>
            <a:r>
              <a:rPr lang="pt-BR" sz="1200" b="1" dirty="0">
                <a:solidFill>
                  <a:srgbClr val="0070C0"/>
                </a:solidFill>
              </a:rPr>
              <a:t>Escola #TAG</a:t>
            </a:r>
            <a:r>
              <a:rPr lang="pt-BR" sz="1200" dirty="0"/>
              <a:t>, criamos uma ponte entre a formação técnica e a educação financeira — ampliando horizontes e aumentando as chances de empregabilidade, independência e crescimento pessoal dos estudantes.</a:t>
            </a:r>
          </a:p>
          <a:p>
            <a:pPr algn="just"/>
            <a:endParaRPr lang="pt-BR" sz="1200" dirty="0"/>
          </a:p>
          <a:p>
            <a:pPr algn="just"/>
            <a:endParaRPr lang="pt-BR" sz="1200" dirty="0"/>
          </a:p>
          <a:p>
            <a:pPr algn="just"/>
            <a:r>
              <a:rPr lang="pt-BR" sz="1200" b="1" dirty="0">
                <a:solidFill>
                  <a:srgbClr val="0070C0"/>
                </a:solidFill>
              </a:rPr>
              <a:t>Objetivo da Parceria</a:t>
            </a:r>
            <a:endParaRPr lang="pt-BR" sz="1200" dirty="0"/>
          </a:p>
          <a:p>
            <a:pPr algn="just"/>
            <a:r>
              <a:rPr lang="pt-BR" sz="1200" dirty="0"/>
              <a:t>Oferecer aos alunos da </a:t>
            </a:r>
            <a:r>
              <a:rPr lang="pt-BR" sz="1200" b="1" dirty="0">
                <a:solidFill>
                  <a:srgbClr val="0070C0"/>
                </a:solidFill>
              </a:rPr>
              <a:t>Escola #TAG </a:t>
            </a:r>
            <a:r>
              <a:rPr lang="pt-BR" sz="1200" dirty="0"/>
              <a:t>acesso a treinamentos complementares de finanças e investimentos com metodologia prática e certificação, contribuindo para sua formação integral.</a:t>
            </a:r>
          </a:p>
          <a:p>
            <a:pPr algn="just"/>
            <a:endParaRPr lang="pt-BR" sz="1200" b="1" dirty="0">
              <a:solidFill>
                <a:srgbClr val="0070C0"/>
              </a:solidFill>
            </a:endParaRPr>
          </a:p>
          <a:p>
            <a:pPr algn="just"/>
            <a:r>
              <a:rPr lang="pt-BR" sz="1200" b="1" dirty="0">
                <a:solidFill>
                  <a:srgbClr val="0070C0"/>
                </a:solidFill>
              </a:rPr>
              <a:t>Benefícios para a Escola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200" dirty="0"/>
              <a:t>Expansão da grade curricular com cursos de finanças, investimentos e empreendedorismo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200" dirty="0"/>
              <a:t>Valorização institucional através da parceria com uma empresa especializada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200" dirty="0"/>
              <a:t>Acesso a conteúdos e eventos exclusivos para alunos e professores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200" dirty="0"/>
              <a:t>Possibilidade de criação de turmas fechadas com desconto especial</a:t>
            </a:r>
          </a:p>
          <a:p>
            <a:pPr algn="just"/>
            <a:endParaRPr lang="pt-BR" sz="1200" b="1" dirty="0">
              <a:solidFill>
                <a:srgbClr val="0070C0"/>
              </a:solidFill>
            </a:endParaRPr>
          </a:p>
          <a:p>
            <a:pPr algn="just"/>
            <a:r>
              <a:rPr lang="pt-BR" sz="1200" b="1" dirty="0">
                <a:solidFill>
                  <a:srgbClr val="0070C0"/>
                </a:solidFill>
              </a:rPr>
              <a:t>Benefícios para os Alunos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200" dirty="0"/>
              <a:t>Formação em temas altamente relevantes para o mundo profissional e pessoal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200" dirty="0"/>
              <a:t>Certificação com valor curricular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200" dirty="0"/>
              <a:t>Acesso a comunidade de investidores e mentores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200" dirty="0"/>
              <a:t>Maior preparo para lidar com dinheiro, carreira e decisões financeiras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1B27745-2CFF-C5B3-9DBB-87A644A7E5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15719" y="5786044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2345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9F5D5DE0-4B90-4094-B31C-A39192759037}"/>
              </a:ext>
            </a:extLst>
          </p:cNvPr>
          <p:cNvSpPr txBox="1">
            <a:spLocks/>
          </p:cNvSpPr>
          <p:nvPr/>
        </p:nvSpPr>
        <p:spPr>
          <a:xfrm>
            <a:off x="2354191" y="10440"/>
            <a:ext cx="8233598" cy="1080000"/>
          </a:xfrm>
          <a:prstGeom prst="rect">
            <a:avLst/>
          </a:prstGeom>
        </p:spPr>
        <p:txBody>
          <a:bodyPr vert="horz" lIns="91440" tIns="45721" rIns="91440" bIns="45721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PARCERIA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32F4ABF0-3BD1-4B86-AEB9-DBCFD1E94A0B}"/>
              </a:ext>
            </a:extLst>
          </p:cNvPr>
          <p:cNvCxnSpPr>
            <a:cxnSpLocks/>
          </p:cNvCxnSpPr>
          <p:nvPr/>
        </p:nvCxnSpPr>
        <p:spPr>
          <a:xfrm>
            <a:off x="2486526" y="978568"/>
            <a:ext cx="1941095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92BFB6F0-9A49-4CA5-BB4B-68204A5D6C46}"/>
              </a:ext>
            </a:extLst>
          </p:cNvPr>
          <p:cNvCxnSpPr>
            <a:cxnSpLocks/>
          </p:cNvCxnSpPr>
          <p:nvPr/>
        </p:nvCxnSpPr>
        <p:spPr>
          <a:xfrm>
            <a:off x="4491338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229B305-A385-4BA4-A695-34E3ACE85DEB}"/>
              </a:ext>
            </a:extLst>
          </p:cNvPr>
          <p:cNvCxnSpPr>
            <a:cxnSpLocks/>
          </p:cNvCxnSpPr>
          <p:nvPr/>
        </p:nvCxnSpPr>
        <p:spPr>
          <a:xfrm>
            <a:off x="4793265" y="978568"/>
            <a:ext cx="227316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B1C954FB-B080-4BD0-832B-614F997F0C5C}"/>
              </a:ext>
            </a:extLst>
          </p:cNvPr>
          <p:cNvSpPr txBox="1"/>
          <p:nvPr/>
        </p:nvSpPr>
        <p:spPr>
          <a:xfrm>
            <a:off x="2276289" y="1458403"/>
            <a:ext cx="7639421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801">
                <a:solidFill>
                  <a:srgbClr val="52525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just"/>
            <a:r>
              <a:rPr lang="pt-BR" sz="1400" b="1" dirty="0">
                <a:solidFill>
                  <a:srgbClr val="0070C0"/>
                </a:solidFill>
              </a:rPr>
              <a:t>Modelos de Parceria Possíveis</a:t>
            </a:r>
          </a:p>
          <a:p>
            <a:pPr algn="just"/>
            <a:endParaRPr lang="pt-BR" sz="1200" b="1" dirty="0">
              <a:solidFill>
                <a:srgbClr val="0070C0"/>
              </a:solidFill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200" b="1" dirty="0"/>
              <a:t>Turmas Internas local da escola </a:t>
            </a:r>
          </a:p>
          <a:p>
            <a:pPr algn="just"/>
            <a:r>
              <a:rPr lang="pt-BR" sz="1200" dirty="0"/>
              <a:t>Cursos aplicados dentro da escola, com aulas presenciais em horários combinados</a:t>
            </a:r>
          </a:p>
          <a:p>
            <a:pPr algn="just"/>
            <a:endParaRPr lang="pt-BR" sz="12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200" b="1" dirty="0"/>
              <a:t>Turmas Externas local na MCI </a:t>
            </a:r>
          </a:p>
          <a:p>
            <a:pPr algn="just"/>
            <a:r>
              <a:rPr lang="pt-BR" sz="1200" dirty="0"/>
              <a:t>Cursos aplicados fora da escola, com aulas presenciais em horários combinados</a:t>
            </a:r>
          </a:p>
          <a:p>
            <a:pPr algn="just"/>
            <a:endParaRPr lang="pt-BR" sz="12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200" b="1" dirty="0"/>
              <a:t>Vouchers de Desconto</a:t>
            </a:r>
          </a:p>
          <a:p>
            <a:pPr algn="just"/>
            <a:r>
              <a:rPr lang="pt-BR" sz="1200" dirty="0"/>
              <a:t>Alunos recebem cupons promocionais exclusivos para cursos MCI</a:t>
            </a:r>
          </a:p>
          <a:p>
            <a:pPr algn="just"/>
            <a:endParaRPr lang="pt-BR" sz="12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200" b="1" dirty="0"/>
              <a:t>Eventos Conjuntos</a:t>
            </a:r>
          </a:p>
          <a:p>
            <a:pPr algn="just"/>
            <a:r>
              <a:rPr lang="pt-BR" sz="1200" dirty="0"/>
              <a:t>Palestras, semanas financeiras e workshops integrados ao calendário escolar</a:t>
            </a:r>
          </a:p>
          <a:p>
            <a:pPr algn="just"/>
            <a:endParaRPr lang="pt-BR" sz="12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200" b="1" dirty="0"/>
              <a:t>Projeto de Extensão</a:t>
            </a:r>
          </a:p>
          <a:p>
            <a:pPr algn="just"/>
            <a:r>
              <a:rPr lang="pt-BR" sz="1200" dirty="0"/>
              <a:t>Inclusão dos nossos cursos como módulo complementar no currículo escolar da escola</a:t>
            </a:r>
          </a:p>
          <a:p>
            <a:pPr algn="just"/>
            <a:endParaRPr lang="pt-BR" sz="12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200" b="1" dirty="0"/>
              <a:t>Parceria Comercial </a:t>
            </a:r>
          </a:p>
          <a:p>
            <a:pPr algn="just"/>
            <a:r>
              <a:rPr lang="pt-BR" sz="1200" dirty="0"/>
              <a:t>Reversão de percentual sobre vendas realizadas via indicações da escola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7E1E447-0F6B-7B08-4BD8-7C9F3C1B93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15719" y="5786044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0327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m 41">
            <a:extLst>
              <a:ext uri="{FF2B5EF4-FFF2-40B4-BE49-F238E27FC236}">
                <a16:creationId xmlns:a16="http://schemas.microsoft.com/office/drawing/2014/main" id="{C47DE539-793C-4BE5-BB58-2DCF9A3C86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12192000" cy="6858000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9906000" y="0"/>
                </a:moveTo>
                <a:lnTo>
                  <a:pt x="0" y="0"/>
                </a:lnTo>
                <a:lnTo>
                  <a:pt x="0" y="6858000"/>
                </a:lnTo>
                <a:lnTo>
                  <a:pt x="9906000" y="6858000"/>
                </a:lnTo>
                <a:lnTo>
                  <a:pt x="9906000" y="0"/>
                </a:lnTo>
                <a:close/>
              </a:path>
            </a:pathLst>
          </a:custGeom>
          <a:solidFill>
            <a:srgbClr val="000000">
              <a:alpha val="89804"/>
            </a:srgbClr>
          </a:solidFill>
        </p:spPr>
        <p:txBody>
          <a:bodyPr wrap="square" lIns="0" tIns="0" rIns="0" bIns="0" rtlCol="0"/>
          <a:lstStyle/>
          <a:p>
            <a:endParaRPr sz="1801" dirty="0"/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98275F6C-57D2-42B9-9890-24F331200E62}"/>
              </a:ext>
            </a:extLst>
          </p:cNvPr>
          <p:cNvSpPr txBox="1">
            <a:spLocks/>
          </p:cNvSpPr>
          <p:nvPr/>
        </p:nvSpPr>
        <p:spPr>
          <a:xfrm>
            <a:off x="107577" y="6507738"/>
            <a:ext cx="12192000" cy="292480"/>
          </a:xfrm>
          <a:prstGeom prst="rect">
            <a:avLst/>
          </a:prstGeom>
        </p:spPr>
        <p:txBody>
          <a:bodyPr vert="horz" lIns="91440" tIns="45721" rIns="91440" bIns="45721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GRUPO MCI</a:t>
            </a:r>
          </a:p>
        </p:txBody>
      </p:sp>
      <p:pic>
        <p:nvPicPr>
          <p:cNvPr id="6" name="Imagem 5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0E4CDF5B-2AEB-85B2-A6C4-6361BC58BB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35" b="26354"/>
          <a:stretch/>
        </p:blipFill>
        <p:spPr>
          <a:xfrm>
            <a:off x="4750734" y="2738717"/>
            <a:ext cx="2690532" cy="1380565"/>
          </a:xfrm>
          <a:prstGeom prst="rect">
            <a:avLst/>
          </a:prstGeom>
        </p:spPr>
      </p:pic>
      <p:sp>
        <p:nvSpPr>
          <p:cNvPr id="13" name="Subtítulo 2">
            <a:extLst>
              <a:ext uri="{FF2B5EF4-FFF2-40B4-BE49-F238E27FC236}">
                <a16:creationId xmlns:a16="http://schemas.microsoft.com/office/drawing/2014/main" id="{59DE19AB-701C-6A18-9A0C-3362E8800A86}"/>
              </a:ext>
            </a:extLst>
          </p:cNvPr>
          <p:cNvSpPr txBox="1">
            <a:spLocks/>
          </p:cNvSpPr>
          <p:nvPr/>
        </p:nvSpPr>
        <p:spPr>
          <a:xfrm>
            <a:off x="107577" y="6330825"/>
            <a:ext cx="12192000" cy="292480"/>
          </a:xfrm>
          <a:prstGeom prst="rect">
            <a:avLst/>
          </a:prstGeom>
        </p:spPr>
        <p:txBody>
          <a:bodyPr vert="horz" lIns="91440" tIns="45721" rIns="91440" bIns="45721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20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Tx/>
              <a:buNone/>
              <a:defRPr sz="16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www.tradeemfoco.com.br</a:t>
            </a:r>
          </a:p>
        </p:txBody>
      </p:sp>
    </p:spTree>
    <p:extLst>
      <p:ext uri="{BB962C8B-B14F-4D97-AF65-F5344CB8AC3E}">
        <p14:creationId xmlns:p14="http://schemas.microsoft.com/office/powerpoint/2010/main" val="38732442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9824</TotalTime>
  <Words>2346</Words>
  <Application>Microsoft Office PowerPoint</Application>
  <PresentationFormat>Widescreen</PresentationFormat>
  <Paragraphs>275</Paragraphs>
  <Slides>28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Segoe UI</vt:lpstr>
      <vt:lpstr>Tema do Office</vt:lpstr>
      <vt:lpstr>Apresentação do PowerPoint</vt:lpstr>
      <vt:lpstr>Apresentação do PowerPoint</vt:lpstr>
      <vt:lpstr>MISSÃO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Mesa proprietária</dc:title>
  <dc:creator>Vitor Brasileiro</dc:creator>
  <cp:lastModifiedBy>Rodrigo Araujo</cp:lastModifiedBy>
  <cp:revision>151</cp:revision>
  <dcterms:created xsi:type="dcterms:W3CDTF">2023-01-07T12:33:54Z</dcterms:created>
  <dcterms:modified xsi:type="dcterms:W3CDTF">2025-08-07T14:18:48Z</dcterms:modified>
</cp:coreProperties>
</file>